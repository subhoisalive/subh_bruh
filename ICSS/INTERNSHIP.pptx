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27.svg"/><Relationship Id="rId11" Type="http://schemas.openxmlformats.org/officeDocument/2006/relationships/image" Target="../media/image46.png"/><Relationship Id="rId5" Type="http://schemas.openxmlformats.org/officeDocument/2006/relationships/image" Target="../media/image26.png"/><Relationship Id="rId10" Type="http://schemas.openxmlformats.org/officeDocument/2006/relationships/image" Target="../media/image45.svg"/><Relationship Id="rId4" Type="http://schemas.openxmlformats.org/officeDocument/2006/relationships/image" Target="../media/image41.svg"/><Relationship Id="rId9" Type="http://schemas.openxmlformats.org/officeDocument/2006/relationships/image" Target="../media/image44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4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27.svg"/><Relationship Id="rId11" Type="http://schemas.openxmlformats.org/officeDocument/2006/relationships/image" Target="../media/image46.png"/><Relationship Id="rId5" Type="http://schemas.openxmlformats.org/officeDocument/2006/relationships/image" Target="../media/image26.png"/><Relationship Id="rId10" Type="http://schemas.openxmlformats.org/officeDocument/2006/relationships/image" Target="../media/image45.svg"/><Relationship Id="rId4" Type="http://schemas.openxmlformats.org/officeDocument/2006/relationships/image" Target="../media/image41.svg"/><Relationship Id="rId9" Type="http://schemas.openxmlformats.org/officeDocument/2006/relationships/image" Target="../media/image44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4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B2D36F-CCBB-48B9-AC25-FBCF0D9C622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213A0A9-304F-413B-882D-9A964653C4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–What I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LearnedI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learned that MERN Stack is a JavaScript-based full stack development framework.</a:t>
          </a:r>
        </a:p>
      </dgm:t>
    </dgm:pt>
    <dgm:pt modelId="{A19873F6-B60F-4E8A-AB42-CE39F2535E01}" type="parTrans" cxnId="{C910F385-737B-46D3-810B-7A9E74053892}">
      <dgm:prSet/>
      <dgm:spPr/>
      <dgm:t>
        <a:bodyPr/>
        <a:lstStyle/>
        <a:p>
          <a:endParaRPr lang="en-US"/>
        </a:p>
      </dgm:t>
    </dgm:pt>
    <dgm:pt modelId="{0EF28686-FDEB-4631-88D0-83C896D59811}" type="sibTrans" cxnId="{C910F385-737B-46D3-810B-7A9E7405389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C981C53-BC81-4DC4-A939-FBE170C12A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It is used to build dynamic, scalable, and modern web applications.</a:t>
          </a:r>
        </a:p>
      </dgm:t>
    </dgm:pt>
    <dgm:pt modelId="{F345A537-527E-4425-9858-7EDD32355D8D}" type="parTrans" cxnId="{88D21532-49C1-4469-A44E-BD7B80F7DE90}">
      <dgm:prSet/>
      <dgm:spPr/>
      <dgm:t>
        <a:bodyPr/>
        <a:lstStyle/>
        <a:p>
          <a:endParaRPr lang="en-US"/>
        </a:p>
      </dgm:t>
    </dgm:pt>
    <dgm:pt modelId="{B49E643E-908D-487D-937A-3BAE8A720D32}" type="sibTrans" cxnId="{88D21532-49C1-4469-A44E-BD7B80F7DE9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0B52B9B-368C-4092-AA5E-438639F5EE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MERN allows developers to use one language (JavaScript) for both frontend and backend.</a:t>
          </a:r>
        </a:p>
      </dgm:t>
    </dgm:pt>
    <dgm:pt modelId="{5672BE75-5F47-46E4-AE76-9283A70BDC49}" type="parTrans" cxnId="{9CD20074-1E32-459B-9A39-A330461D597C}">
      <dgm:prSet/>
      <dgm:spPr/>
      <dgm:t>
        <a:bodyPr/>
        <a:lstStyle/>
        <a:p>
          <a:endParaRPr lang="en-US"/>
        </a:p>
      </dgm:t>
    </dgm:pt>
    <dgm:pt modelId="{591E4297-242F-4908-96EC-CA3B90EEF2AF}" type="sibTrans" cxnId="{9CD20074-1E32-459B-9A39-A330461D597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95D1973-D0B2-4C88-B811-B2C72F6FE5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MERN Stack consists of MongoDB, Express.js, React.js, and Node.js</a:t>
          </a:r>
        </a:p>
      </dgm:t>
    </dgm:pt>
    <dgm:pt modelId="{7264DBC9-85E6-4290-AB05-0F468B30331A}" type="parTrans" cxnId="{F729EEFC-F012-4138-9851-02ACB8BB9D34}">
      <dgm:prSet/>
      <dgm:spPr/>
      <dgm:t>
        <a:bodyPr/>
        <a:lstStyle/>
        <a:p>
          <a:endParaRPr lang="en-US"/>
        </a:p>
      </dgm:t>
    </dgm:pt>
    <dgm:pt modelId="{734B8A56-284A-4F4B-8812-C600E11A46F9}" type="sibTrans" cxnId="{F729EEFC-F012-4138-9851-02ACB8BB9D34}">
      <dgm:prSet/>
      <dgm:spPr/>
      <dgm:t>
        <a:bodyPr/>
        <a:lstStyle/>
        <a:p>
          <a:endParaRPr lang="en-US"/>
        </a:p>
      </dgm:t>
    </dgm:pt>
    <dgm:pt modelId="{EE93214A-0740-43B5-8A8D-D58BB54A4797}" type="pres">
      <dgm:prSet presAssocID="{DAB2D36F-CCBB-48B9-AC25-FBCF0D9C6225}" presName="root" presStyleCnt="0">
        <dgm:presLayoutVars>
          <dgm:dir/>
          <dgm:resizeHandles val="exact"/>
        </dgm:presLayoutVars>
      </dgm:prSet>
      <dgm:spPr/>
    </dgm:pt>
    <dgm:pt modelId="{47481588-AD4A-4341-AF3F-CF299EB6311D}" type="pres">
      <dgm:prSet presAssocID="{DAB2D36F-CCBB-48B9-AC25-FBCF0D9C6225}" presName="container" presStyleCnt="0">
        <dgm:presLayoutVars>
          <dgm:dir/>
          <dgm:resizeHandles val="exact"/>
        </dgm:presLayoutVars>
      </dgm:prSet>
      <dgm:spPr/>
    </dgm:pt>
    <dgm:pt modelId="{ACC6A949-2ADE-454E-B0CE-248194B1EBA5}" type="pres">
      <dgm:prSet presAssocID="{4213A0A9-304F-413B-882D-9A964653C496}" presName="compNode" presStyleCnt="0"/>
      <dgm:spPr/>
    </dgm:pt>
    <dgm:pt modelId="{BD7ECAF6-4678-4903-973F-D712078535E9}" type="pres">
      <dgm:prSet presAssocID="{4213A0A9-304F-413B-882D-9A964653C496}" presName="iconBgRect" presStyleLbl="bgShp" presStyleIdx="0" presStyleCnt="4"/>
      <dgm:spPr/>
    </dgm:pt>
    <dgm:pt modelId="{BEE38D4C-E254-4998-9F22-592999A1E6F3}" type="pres">
      <dgm:prSet presAssocID="{4213A0A9-304F-413B-882D-9A964653C49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34655D71-DF18-4B52-A2EE-8844993A466F}" type="pres">
      <dgm:prSet presAssocID="{4213A0A9-304F-413B-882D-9A964653C496}" presName="spaceRect" presStyleCnt="0"/>
      <dgm:spPr/>
    </dgm:pt>
    <dgm:pt modelId="{FA03AEE2-1667-46EE-8314-BBADB1B84A8B}" type="pres">
      <dgm:prSet presAssocID="{4213A0A9-304F-413B-882D-9A964653C496}" presName="textRect" presStyleLbl="revTx" presStyleIdx="0" presStyleCnt="4">
        <dgm:presLayoutVars>
          <dgm:chMax val="1"/>
          <dgm:chPref val="1"/>
        </dgm:presLayoutVars>
      </dgm:prSet>
      <dgm:spPr/>
    </dgm:pt>
    <dgm:pt modelId="{EC585DA0-1A12-4434-9861-DB7C24D784D3}" type="pres">
      <dgm:prSet presAssocID="{0EF28686-FDEB-4631-88D0-83C896D59811}" presName="sibTrans" presStyleLbl="sibTrans2D1" presStyleIdx="0" presStyleCnt="0"/>
      <dgm:spPr/>
    </dgm:pt>
    <dgm:pt modelId="{C28C7543-EA0A-4AF7-ACD0-63EFDD98240C}" type="pres">
      <dgm:prSet presAssocID="{4C981C53-BC81-4DC4-A939-FBE170C12ABC}" presName="compNode" presStyleCnt="0"/>
      <dgm:spPr/>
    </dgm:pt>
    <dgm:pt modelId="{AE418ADC-D625-4395-8DC0-2ABC8397627E}" type="pres">
      <dgm:prSet presAssocID="{4C981C53-BC81-4DC4-A939-FBE170C12ABC}" presName="iconBgRect" presStyleLbl="bgShp" presStyleIdx="1" presStyleCnt="4"/>
      <dgm:spPr/>
    </dgm:pt>
    <dgm:pt modelId="{8C5AD435-7C24-4D5A-AB92-52CC3192A6A8}" type="pres">
      <dgm:prSet presAssocID="{4C981C53-BC81-4DC4-A939-FBE170C12AB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8A236DD-5241-4057-9390-15CD27980DB0}" type="pres">
      <dgm:prSet presAssocID="{4C981C53-BC81-4DC4-A939-FBE170C12ABC}" presName="spaceRect" presStyleCnt="0"/>
      <dgm:spPr/>
    </dgm:pt>
    <dgm:pt modelId="{346CF2D2-4B97-4ABF-AB55-0F2B5C776C62}" type="pres">
      <dgm:prSet presAssocID="{4C981C53-BC81-4DC4-A939-FBE170C12ABC}" presName="textRect" presStyleLbl="revTx" presStyleIdx="1" presStyleCnt="4">
        <dgm:presLayoutVars>
          <dgm:chMax val="1"/>
          <dgm:chPref val="1"/>
        </dgm:presLayoutVars>
      </dgm:prSet>
      <dgm:spPr/>
    </dgm:pt>
    <dgm:pt modelId="{58B979E4-67CF-4197-BD32-EDA4C01C5096}" type="pres">
      <dgm:prSet presAssocID="{B49E643E-908D-487D-937A-3BAE8A720D32}" presName="sibTrans" presStyleLbl="sibTrans2D1" presStyleIdx="0" presStyleCnt="0"/>
      <dgm:spPr/>
    </dgm:pt>
    <dgm:pt modelId="{84781C9F-D0F1-40F9-B9F2-448B3D373D70}" type="pres">
      <dgm:prSet presAssocID="{C0B52B9B-368C-4092-AA5E-438639F5EE64}" presName="compNode" presStyleCnt="0"/>
      <dgm:spPr/>
    </dgm:pt>
    <dgm:pt modelId="{4430DD26-DA7C-4C83-9C44-8C0714D7FC07}" type="pres">
      <dgm:prSet presAssocID="{C0B52B9B-368C-4092-AA5E-438639F5EE64}" presName="iconBgRect" presStyleLbl="bgShp" presStyleIdx="2" presStyleCnt="4"/>
      <dgm:spPr/>
    </dgm:pt>
    <dgm:pt modelId="{E53E8380-FEAC-473B-A561-E462679B1215}" type="pres">
      <dgm:prSet presAssocID="{C0B52B9B-368C-4092-AA5E-438639F5EE6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C0DE31CB-B383-4FB1-9190-96F1655217F4}" type="pres">
      <dgm:prSet presAssocID="{C0B52B9B-368C-4092-AA5E-438639F5EE64}" presName="spaceRect" presStyleCnt="0"/>
      <dgm:spPr/>
    </dgm:pt>
    <dgm:pt modelId="{D971CB65-B62C-4347-BC62-228611F145A1}" type="pres">
      <dgm:prSet presAssocID="{C0B52B9B-368C-4092-AA5E-438639F5EE64}" presName="textRect" presStyleLbl="revTx" presStyleIdx="2" presStyleCnt="4">
        <dgm:presLayoutVars>
          <dgm:chMax val="1"/>
          <dgm:chPref val="1"/>
        </dgm:presLayoutVars>
      </dgm:prSet>
      <dgm:spPr/>
    </dgm:pt>
    <dgm:pt modelId="{A406B9A4-20B7-48A3-A605-A612B91E78A7}" type="pres">
      <dgm:prSet presAssocID="{591E4297-242F-4908-96EC-CA3B90EEF2AF}" presName="sibTrans" presStyleLbl="sibTrans2D1" presStyleIdx="0" presStyleCnt="0"/>
      <dgm:spPr/>
    </dgm:pt>
    <dgm:pt modelId="{2750FFC7-ADAA-4A50-B592-924380AB9658}" type="pres">
      <dgm:prSet presAssocID="{E95D1973-D0B2-4C88-B811-B2C72F6FE5B8}" presName="compNode" presStyleCnt="0"/>
      <dgm:spPr/>
    </dgm:pt>
    <dgm:pt modelId="{96235AAB-D9E4-4DDA-804B-CEECD0B01281}" type="pres">
      <dgm:prSet presAssocID="{E95D1973-D0B2-4C88-B811-B2C72F6FE5B8}" presName="iconBgRect" presStyleLbl="bgShp" presStyleIdx="3" presStyleCnt="4"/>
      <dgm:spPr/>
    </dgm:pt>
    <dgm:pt modelId="{E19B9C6D-310C-4E69-B870-039DB3D10646}" type="pres">
      <dgm:prSet presAssocID="{E95D1973-D0B2-4C88-B811-B2C72F6FE5B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2526CB0-7757-46E0-9792-0C53ADD8BFAB}" type="pres">
      <dgm:prSet presAssocID="{E95D1973-D0B2-4C88-B811-B2C72F6FE5B8}" presName="spaceRect" presStyleCnt="0"/>
      <dgm:spPr/>
    </dgm:pt>
    <dgm:pt modelId="{8F26AF68-7DFA-4B5E-B565-FA5FCEFD42C2}" type="pres">
      <dgm:prSet presAssocID="{E95D1973-D0B2-4C88-B811-B2C72F6FE5B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8D21532-49C1-4469-A44E-BD7B80F7DE90}" srcId="{DAB2D36F-CCBB-48B9-AC25-FBCF0D9C6225}" destId="{4C981C53-BC81-4DC4-A939-FBE170C12ABC}" srcOrd="1" destOrd="0" parTransId="{F345A537-527E-4425-9858-7EDD32355D8D}" sibTransId="{B49E643E-908D-487D-937A-3BAE8A720D32}"/>
    <dgm:cxn modelId="{8DEE3838-FA94-43D7-958A-D25AEB0B9311}" type="presOf" srcId="{C0B52B9B-368C-4092-AA5E-438639F5EE64}" destId="{D971CB65-B62C-4347-BC62-228611F145A1}" srcOrd="0" destOrd="0" presId="urn:microsoft.com/office/officeart/2018/2/layout/IconCircleList"/>
    <dgm:cxn modelId="{773E483C-8E2D-461E-B891-30088E97BD1C}" type="presOf" srcId="{591E4297-242F-4908-96EC-CA3B90EEF2AF}" destId="{A406B9A4-20B7-48A3-A605-A612B91E78A7}" srcOrd="0" destOrd="0" presId="urn:microsoft.com/office/officeart/2018/2/layout/IconCircleList"/>
    <dgm:cxn modelId="{9CD20074-1E32-459B-9A39-A330461D597C}" srcId="{DAB2D36F-CCBB-48B9-AC25-FBCF0D9C6225}" destId="{C0B52B9B-368C-4092-AA5E-438639F5EE64}" srcOrd="2" destOrd="0" parTransId="{5672BE75-5F47-46E4-AE76-9283A70BDC49}" sibTransId="{591E4297-242F-4908-96EC-CA3B90EEF2AF}"/>
    <dgm:cxn modelId="{C910F385-737B-46D3-810B-7A9E74053892}" srcId="{DAB2D36F-CCBB-48B9-AC25-FBCF0D9C6225}" destId="{4213A0A9-304F-413B-882D-9A964653C496}" srcOrd="0" destOrd="0" parTransId="{A19873F6-B60F-4E8A-AB42-CE39F2535E01}" sibTransId="{0EF28686-FDEB-4631-88D0-83C896D59811}"/>
    <dgm:cxn modelId="{6702CA98-8B07-4A68-9F62-B3813A2BC529}" type="presOf" srcId="{4C981C53-BC81-4DC4-A939-FBE170C12ABC}" destId="{346CF2D2-4B97-4ABF-AB55-0F2B5C776C62}" srcOrd="0" destOrd="0" presId="urn:microsoft.com/office/officeart/2018/2/layout/IconCircleList"/>
    <dgm:cxn modelId="{11342099-1F98-4D06-9572-92DABE6BCC77}" type="presOf" srcId="{B49E643E-908D-487D-937A-3BAE8A720D32}" destId="{58B979E4-67CF-4197-BD32-EDA4C01C5096}" srcOrd="0" destOrd="0" presId="urn:microsoft.com/office/officeart/2018/2/layout/IconCircleList"/>
    <dgm:cxn modelId="{6EF42DA4-8D53-4879-B0BB-A9FC3B178227}" type="presOf" srcId="{0EF28686-FDEB-4631-88D0-83C896D59811}" destId="{EC585DA0-1A12-4434-9861-DB7C24D784D3}" srcOrd="0" destOrd="0" presId="urn:microsoft.com/office/officeart/2018/2/layout/IconCircleList"/>
    <dgm:cxn modelId="{7E4F1CB7-2448-4F51-A7FD-306AEA6D90F7}" type="presOf" srcId="{DAB2D36F-CCBB-48B9-AC25-FBCF0D9C6225}" destId="{EE93214A-0740-43B5-8A8D-D58BB54A4797}" srcOrd="0" destOrd="0" presId="urn:microsoft.com/office/officeart/2018/2/layout/IconCircleList"/>
    <dgm:cxn modelId="{0DA8A1DC-EB25-488D-A0AA-6E96C182DAC6}" type="presOf" srcId="{E95D1973-D0B2-4C88-B811-B2C72F6FE5B8}" destId="{8F26AF68-7DFA-4B5E-B565-FA5FCEFD42C2}" srcOrd="0" destOrd="0" presId="urn:microsoft.com/office/officeart/2018/2/layout/IconCircleList"/>
    <dgm:cxn modelId="{75DF8AF5-E42E-4687-9432-0AEAB548FB13}" type="presOf" srcId="{4213A0A9-304F-413B-882D-9A964653C496}" destId="{FA03AEE2-1667-46EE-8314-BBADB1B84A8B}" srcOrd="0" destOrd="0" presId="urn:microsoft.com/office/officeart/2018/2/layout/IconCircleList"/>
    <dgm:cxn modelId="{F729EEFC-F012-4138-9851-02ACB8BB9D34}" srcId="{DAB2D36F-CCBB-48B9-AC25-FBCF0D9C6225}" destId="{E95D1973-D0B2-4C88-B811-B2C72F6FE5B8}" srcOrd="3" destOrd="0" parTransId="{7264DBC9-85E6-4290-AB05-0F468B30331A}" sibTransId="{734B8A56-284A-4F4B-8812-C600E11A46F9}"/>
    <dgm:cxn modelId="{5344031E-AC4B-471B-B094-167B0E38B31B}" type="presParOf" srcId="{EE93214A-0740-43B5-8A8D-D58BB54A4797}" destId="{47481588-AD4A-4341-AF3F-CF299EB6311D}" srcOrd="0" destOrd="0" presId="urn:microsoft.com/office/officeart/2018/2/layout/IconCircleList"/>
    <dgm:cxn modelId="{AE6C9F52-62BC-49D5-8449-AE8B96FE2C0D}" type="presParOf" srcId="{47481588-AD4A-4341-AF3F-CF299EB6311D}" destId="{ACC6A949-2ADE-454E-B0CE-248194B1EBA5}" srcOrd="0" destOrd="0" presId="urn:microsoft.com/office/officeart/2018/2/layout/IconCircleList"/>
    <dgm:cxn modelId="{FAA5AF9E-F200-4509-8932-4A0F0CA7307D}" type="presParOf" srcId="{ACC6A949-2ADE-454E-B0CE-248194B1EBA5}" destId="{BD7ECAF6-4678-4903-973F-D712078535E9}" srcOrd="0" destOrd="0" presId="urn:microsoft.com/office/officeart/2018/2/layout/IconCircleList"/>
    <dgm:cxn modelId="{EB3B6024-264F-4BC5-B804-60AD068F7405}" type="presParOf" srcId="{ACC6A949-2ADE-454E-B0CE-248194B1EBA5}" destId="{BEE38D4C-E254-4998-9F22-592999A1E6F3}" srcOrd="1" destOrd="0" presId="urn:microsoft.com/office/officeart/2018/2/layout/IconCircleList"/>
    <dgm:cxn modelId="{8AC4A2DD-7237-4850-8F25-68E2B7D5B490}" type="presParOf" srcId="{ACC6A949-2ADE-454E-B0CE-248194B1EBA5}" destId="{34655D71-DF18-4B52-A2EE-8844993A466F}" srcOrd="2" destOrd="0" presId="urn:microsoft.com/office/officeart/2018/2/layout/IconCircleList"/>
    <dgm:cxn modelId="{9BC0BCBD-53A7-406B-9C4C-BDCC5834D5FF}" type="presParOf" srcId="{ACC6A949-2ADE-454E-B0CE-248194B1EBA5}" destId="{FA03AEE2-1667-46EE-8314-BBADB1B84A8B}" srcOrd="3" destOrd="0" presId="urn:microsoft.com/office/officeart/2018/2/layout/IconCircleList"/>
    <dgm:cxn modelId="{75FE3144-68AB-4EFD-967F-E8A51132E23A}" type="presParOf" srcId="{47481588-AD4A-4341-AF3F-CF299EB6311D}" destId="{EC585DA0-1A12-4434-9861-DB7C24D784D3}" srcOrd="1" destOrd="0" presId="urn:microsoft.com/office/officeart/2018/2/layout/IconCircleList"/>
    <dgm:cxn modelId="{E0F18B58-44EE-4BC8-909C-AE4720DF0AAF}" type="presParOf" srcId="{47481588-AD4A-4341-AF3F-CF299EB6311D}" destId="{C28C7543-EA0A-4AF7-ACD0-63EFDD98240C}" srcOrd="2" destOrd="0" presId="urn:microsoft.com/office/officeart/2018/2/layout/IconCircleList"/>
    <dgm:cxn modelId="{066ABF62-8B30-4C44-836F-325D77F83131}" type="presParOf" srcId="{C28C7543-EA0A-4AF7-ACD0-63EFDD98240C}" destId="{AE418ADC-D625-4395-8DC0-2ABC8397627E}" srcOrd="0" destOrd="0" presId="urn:microsoft.com/office/officeart/2018/2/layout/IconCircleList"/>
    <dgm:cxn modelId="{F02A03B5-0840-4AF0-AFD5-A421FE9A14C0}" type="presParOf" srcId="{C28C7543-EA0A-4AF7-ACD0-63EFDD98240C}" destId="{8C5AD435-7C24-4D5A-AB92-52CC3192A6A8}" srcOrd="1" destOrd="0" presId="urn:microsoft.com/office/officeart/2018/2/layout/IconCircleList"/>
    <dgm:cxn modelId="{789F6CBA-86FF-4C7F-BB8F-78FF5FBC7366}" type="presParOf" srcId="{C28C7543-EA0A-4AF7-ACD0-63EFDD98240C}" destId="{58A236DD-5241-4057-9390-15CD27980DB0}" srcOrd="2" destOrd="0" presId="urn:microsoft.com/office/officeart/2018/2/layout/IconCircleList"/>
    <dgm:cxn modelId="{B5A7E146-D8C7-49C7-9D44-1D605022A6C5}" type="presParOf" srcId="{C28C7543-EA0A-4AF7-ACD0-63EFDD98240C}" destId="{346CF2D2-4B97-4ABF-AB55-0F2B5C776C62}" srcOrd="3" destOrd="0" presId="urn:microsoft.com/office/officeart/2018/2/layout/IconCircleList"/>
    <dgm:cxn modelId="{CF56DE1A-822A-421C-8CC0-4C21D1A4F09C}" type="presParOf" srcId="{47481588-AD4A-4341-AF3F-CF299EB6311D}" destId="{58B979E4-67CF-4197-BD32-EDA4C01C5096}" srcOrd="3" destOrd="0" presId="urn:microsoft.com/office/officeart/2018/2/layout/IconCircleList"/>
    <dgm:cxn modelId="{526A47A0-B532-4323-8B37-4432211D9DAC}" type="presParOf" srcId="{47481588-AD4A-4341-AF3F-CF299EB6311D}" destId="{84781C9F-D0F1-40F9-B9F2-448B3D373D70}" srcOrd="4" destOrd="0" presId="urn:microsoft.com/office/officeart/2018/2/layout/IconCircleList"/>
    <dgm:cxn modelId="{E2FF8C95-184C-40DC-A76D-8D01979BCA1C}" type="presParOf" srcId="{84781C9F-D0F1-40F9-B9F2-448B3D373D70}" destId="{4430DD26-DA7C-4C83-9C44-8C0714D7FC07}" srcOrd="0" destOrd="0" presId="urn:microsoft.com/office/officeart/2018/2/layout/IconCircleList"/>
    <dgm:cxn modelId="{C8115183-19A8-4D26-8C85-B72E4DDFACFC}" type="presParOf" srcId="{84781C9F-D0F1-40F9-B9F2-448B3D373D70}" destId="{E53E8380-FEAC-473B-A561-E462679B1215}" srcOrd="1" destOrd="0" presId="urn:microsoft.com/office/officeart/2018/2/layout/IconCircleList"/>
    <dgm:cxn modelId="{61DE1846-0945-4FE4-8E66-102DC1B834F3}" type="presParOf" srcId="{84781C9F-D0F1-40F9-B9F2-448B3D373D70}" destId="{C0DE31CB-B383-4FB1-9190-96F1655217F4}" srcOrd="2" destOrd="0" presId="urn:microsoft.com/office/officeart/2018/2/layout/IconCircleList"/>
    <dgm:cxn modelId="{7F5B7A70-BE04-4695-8A74-D457F0E20B16}" type="presParOf" srcId="{84781C9F-D0F1-40F9-B9F2-448B3D373D70}" destId="{D971CB65-B62C-4347-BC62-228611F145A1}" srcOrd="3" destOrd="0" presId="urn:microsoft.com/office/officeart/2018/2/layout/IconCircleList"/>
    <dgm:cxn modelId="{9DD4E98D-B5B7-4644-B8B8-76F637348115}" type="presParOf" srcId="{47481588-AD4A-4341-AF3F-CF299EB6311D}" destId="{A406B9A4-20B7-48A3-A605-A612B91E78A7}" srcOrd="5" destOrd="0" presId="urn:microsoft.com/office/officeart/2018/2/layout/IconCircleList"/>
    <dgm:cxn modelId="{0768E392-C677-43DF-B66F-6DB97DED3036}" type="presParOf" srcId="{47481588-AD4A-4341-AF3F-CF299EB6311D}" destId="{2750FFC7-ADAA-4A50-B592-924380AB9658}" srcOrd="6" destOrd="0" presId="urn:microsoft.com/office/officeart/2018/2/layout/IconCircleList"/>
    <dgm:cxn modelId="{AD5B38AF-56BD-4B2D-AA4C-7672E1CC6BDA}" type="presParOf" srcId="{2750FFC7-ADAA-4A50-B592-924380AB9658}" destId="{96235AAB-D9E4-4DDA-804B-CEECD0B01281}" srcOrd="0" destOrd="0" presId="urn:microsoft.com/office/officeart/2018/2/layout/IconCircleList"/>
    <dgm:cxn modelId="{67ACA822-BC28-4F2D-94BC-FDFD114B43FB}" type="presParOf" srcId="{2750FFC7-ADAA-4A50-B592-924380AB9658}" destId="{E19B9C6D-310C-4E69-B870-039DB3D10646}" srcOrd="1" destOrd="0" presId="urn:microsoft.com/office/officeart/2018/2/layout/IconCircleList"/>
    <dgm:cxn modelId="{527EEE90-2113-46B3-B1D2-F59367C1D465}" type="presParOf" srcId="{2750FFC7-ADAA-4A50-B592-924380AB9658}" destId="{62526CB0-7757-46E0-9792-0C53ADD8BFAB}" srcOrd="2" destOrd="0" presId="urn:microsoft.com/office/officeart/2018/2/layout/IconCircleList"/>
    <dgm:cxn modelId="{64586C4B-826A-4B8E-A71A-000665FF63DE}" type="presParOf" srcId="{2750FFC7-ADAA-4A50-B592-924380AB9658}" destId="{8F26AF68-7DFA-4B5E-B565-FA5FCEFD42C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59F475-B9C8-46FA-9B26-544EBA2641D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9E41219-9954-493B-B3B5-5CAA7061ACB8}">
      <dgm:prSet/>
      <dgm:spPr/>
      <dgm:t>
        <a:bodyPr/>
        <a:lstStyle/>
        <a:p>
          <a:r>
            <a:rPr lang="en-US"/>
            <a:t>MongoDB is a NoSQL database.</a:t>
          </a:r>
        </a:p>
      </dgm:t>
    </dgm:pt>
    <dgm:pt modelId="{0BB10079-0DF1-4155-A589-FBECC17C3FF4}" type="parTrans" cxnId="{09CF4243-874A-4104-A68B-F7396F09B0EC}">
      <dgm:prSet/>
      <dgm:spPr/>
      <dgm:t>
        <a:bodyPr/>
        <a:lstStyle/>
        <a:p>
          <a:endParaRPr lang="en-US"/>
        </a:p>
      </dgm:t>
    </dgm:pt>
    <dgm:pt modelId="{B62B9E65-0998-48AD-84B7-0A1627780EF1}" type="sibTrans" cxnId="{09CF4243-874A-4104-A68B-F7396F09B0EC}">
      <dgm:prSet/>
      <dgm:spPr/>
      <dgm:t>
        <a:bodyPr/>
        <a:lstStyle/>
        <a:p>
          <a:endParaRPr lang="en-US"/>
        </a:p>
      </dgm:t>
    </dgm:pt>
    <dgm:pt modelId="{0791BE6E-E7F4-48FF-9C3F-CF0C0B3131BE}">
      <dgm:prSet/>
      <dgm:spPr/>
      <dgm:t>
        <a:bodyPr/>
        <a:lstStyle/>
        <a:p>
          <a:r>
            <a:rPr lang="en-US"/>
            <a:t>It stores data in JSON-like documents.</a:t>
          </a:r>
        </a:p>
      </dgm:t>
    </dgm:pt>
    <dgm:pt modelId="{BC257C67-B5A9-433F-86D9-CD45BC9F3462}" type="parTrans" cxnId="{2C6E403D-5D4D-49E2-8620-E2BA8BA2BAAB}">
      <dgm:prSet/>
      <dgm:spPr/>
      <dgm:t>
        <a:bodyPr/>
        <a:lstStyle/>
        <a:p>
          <a:endParaRPr lang="en-US"/>
        </a:p>
      </dgm:t>
    </dgm:pt>
    <dgm:pt modelId="{FA3C4062-7B6B-4259-96FC-91A9A568EA87}" type="sibTrans" cxnId="{2C6E403D-5D4D-49E2-8620-E2BA8BA2BAAB}">
      <dgm:prSet/>
      <dgm:spPr/>
      <dgm:t>
        <a:bodyPr/>
        <a:lstStyle/>
        <a:p>
          <a:endParaRPr lang="en-US"/>
        </a:p>
      </dgm:t>
    </dgm:pt>
    <dgm:pt modelId="{74D727FA-2C22-4D86-8A4B-C37C491C0053}">
      <dgm:prSet/>
      <dgm:spPr/>
      <dgm:t>
        <a:bodyPr/>
        <a:lstStyle/>
        <a:p>
          <a:r>
            <a:rPr lang="en-US"/>
            <a:t>It is flexible and does not require fixed table schemas.</a:t>
          </a:r>
        </a:p>
      </dgm:t>
    </dgm:pt>
    <dgm:pt modelId="{2E339FF3-5A54-43C1-A8F6-43304E87C728}" type="parTrans" cxnId="{AEA1947C-C515-4C72-97C1-0B67EF3A240B}">
      <dgm:prSet/>
      <dgm:spPr/>
      <dgm:t>
        <a:bodyPr/>
        <a:lstStyle/>
        <a:p>
          <a:endParaRPr lang="en-US"/>
        </a:p>
      </dgm:t>
    </dgm:pt>
    <dgm:pt modelId="{D22303DB-2D68-4196-9582-0FA6D069B311}" type="sibTrans" cxnId="{AEA1947C-C515-4C72-97C1-0B67EF3A240B}">
      <dgm:prSet/>
      <dgm:spPr/>
      <dgm:t>
        <a:bodyPr/>
        <a:lstStyle/>
        <a:p>
          <a:endParaRPr lang="en-US"/>
        </a:p>
      </dgm:t>
    </dgm:pt>
    <dgm:pt modelId="{E3F3FBB3-73FC-4063-A779-054994FD1A75}">
      <dgm:prSet/>
      <dgm:spPr/>
      <dgm:t>
        <a:bodyPr/>
        <a:lstStyle/>
        <a:p>
          <a:r>
            <a:rPr lang="en-US"/>
            <a:t>It is scalable, making it suitable for large applications.</a:t>
          </a:r>
        </a:p>
      </dgm:t>
    </dgm:pt>
    <dgm:pt modelId="{2B3DD93C-25CB-4E8D-AC98-B98F37C635B0}" type="parTrans" cxnId="{6DC3A8B4-D748-4403-AC0A-92553932AF02}">
      <dgm:prSet/>
      <dgm:spPr/>
      <dgm:t>
        <a:bodyPr/>
        <a:lstStyle/>
        <a:p>
          <a:endParaRPr lang="en-US"/>
        </a:p>
      </dgm:t>
    </dgm:pt>
    <dgm:pt modelId="{3B103F81-28D6-49E5-AAAE-D2DC53EF6325}" type="sibTrans" cxnId="{6DC3A8B4-D748-4403-AC0A-92553932AF02}">
      <dgm:prSet/>
      <dgm:spPr/>
      <dgm:t>
        <a:bodyPr/>
        <a:lstStyle/>
        <a:p>
          <a:endParaRPr lang="en-US"/>
        </a:p>
      </dgm:t>
    </dgm:pt>
    <dgm:pt modelId="{A48BB21A-F493-487C-B2CB-3EF1A2FCF0C5}">
      <dgm:prSet/>
      <dgm:spPr/>
      <dgm:t>
        <a:bodyPr/>
        <a:lstStyle/>
        <a:p>
          <a:r>
            <a:rPr lang="en-US"/>
            <a:t>I learned how MongoDB is used to store application data efficiently</a:t>
          </a:r>
        </a:p>
      </dgm:t>
    </dgm:pt>
    <dgm:pt modelId="{3704F17B-AE1B-488B-9CD9-A7457ACD4957}" type="parTrans" cxnId="{F83F9388-F2B8-4DAF-80B4-5620B0A73D6F}">
      <dgm:prSet/>
      <dgm:spPr/>
      <dgm:t>
        <a:bodyPr/>
        <a:lstStyle/>
        <a:p>
          <a:endParaRPr lang="en-US"/>
        </a:p>
      </dgm:t>
    </dgm:pt>
    <dgm:pt modelId="{138F57A6-4493-4AFE-97B3-5773986BEDAF}" type="sibTrans" cxnId="{F83F9388-F2B8-4DAF-80B4-5620B0A73D6F}">
      <dgm:prSet/>
      <dgm:spPr/>
      <dgm:t>
        <a:bodyPr/>
        <a:lstStyle/>
        <a:p>
          <a:endParaRPr lang="en-US"/>
        </a:p>
      </dgm:t>
    </dgm:pt>
    <dgm:pt modelId="{98E83E33-14D2-4BE5-B377-F576D738CC0B}" type="pres">
      <dgm:prSet presAssocID="{F959F475-B9C8-46FA-9B26-544EBA2641DC}" presName="root" presStyleCnt="0">
        <dgm:presLayoutVars>
          <dgm:dir/>
          <dgm:resizeHandles val="exact"/>
        </dgm:presLayoutVars>
      </dgm:prSet>
      <dgm:spPr/>
    </dgm:pt>
    <dgm:pt modelId="{D90F7CB8-001D-497F-AC5E-810BAFD71A3D}" type="pres">
      <dgm:prSet presAssocID="{19E41219-9954-493B-B3B5-5CAA7061ACB8}" presName="compNode" presStyleCnt="0"/>
      <dgm:spPr/>
    </dgm:pt>
    <dgm:pt modelId="{FFB698B7-0074-49AE-ACBF-87D8691198B2}" type="pres">
      <dgm:prSet presAssocID="{19E41219-9954-493B-B3B5-5CAA7061ACB8}" presName="bgRect" presStyleLbl="bgShp" presStyleIdx="0" presStyleCnt="5"/>
      <dgm:spPr/>
    </dgm:pt>
    <dgm:pt modelId="{F802CF20-5E9E-420B-8F92-35B413837692}" type="pres">
      <dgm:prSet presAssocID="{19E41219-9954-493B-B3B5-5CAA7061ACB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AAEC195-EF9B-496D-A06F-F42DE6565658}" type="pres">
      <dgm:prSet presAssocID="{19E41219-9954-493B-B3B5-5CAA7061ACB8}" presName="spaceRect" presStyleCnt="0"/>
      <dgm:spPr/>
    </dgm:pt>
    <dgm:pt modelId="{FF788301-5FFC-4F22-809A-5481C8857CDE}" type="pres">
      <dgm:prSet presAssocID="{19E41219-9954-493B-B3B5-5CAA7061ACB8}" presName="parTx" presStyleLbl="revTx" presStyleIdx="0" presStyleCnt="5">
        <dgm:presLayoutVars>
          <dgm:chMax val="0"/>
          <dgm:chPref val="0"/>
        </dgm:presLayoutVars>
      </dgm:prSet>
      <dgm:spPr/>
    </dgm:pt>
    <dgm:pt modelId="{A88059E0-AE10-4E3E-A281-69E6C6902FAD}" type="pres">
      <dgm:prSet presAssocID="{B62B9E65-0998-48AD-84B7-0A1627780EF1}" presName="sibTrans" presStyleCnt="0"/>
      <dgm:spPr/>
    </dgm:pt>
    <dgm:pt modelId="{60CE5505-71B3-4F35-A030-BFFB50A64355}" type="pres">
      <dgm:prSet presAssocID="{0791BE6E-E7F4-48FF-9C3F-CF0C0B3131BE}" presName="compNode" presStyleCnt="0"/>
      <dgm:spPr/>
    </dgm:pt>
    <dgm:pt modelId="{6E2FDD9A-3E20-4F12-BDAE-AEA541E1B100}" type="pres">
      <dgm:prSet presAssocID="{0791BE6E-E7F4-48FF-9C3F-CF0C0B3131BE}" presName="bgRect" presStyleLbl="bgShp" presStyleIdx="1" presStyleCnt="5"/>
      <dgm:spPr/>
    </dgm:pt>
    <dgm:pt modelId="{89C4EC6D-3DCF-449F-AE16-A6D36BF718E2}" type="pres">
      <dgm:prSet presAssocID="{0791BE6E-E7F4-48FF-9C3F-CF0C0B3131B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2A0A956B-FE9E-4996-BE0C-BC5B8369D5A5}" type="pres">
      <dgm:prSet presAssocID="{0791BE6E-E7F4-48FF-9C3F-CF0C0B3131BE}" presName="spaceRect" presStyleCnt="0"/>
      <dgm:spPr/>
    </dgm:pt>
    <dgm:pt modelId="{559FE6E1-7C2C-43DE-B28D-D59D37BE166D}" type="pres">
      <dgm:prSet presAssocID="{0791BE6E-E7F4-48FF-9C3F-CF0C0B3131BE}" presName="parTx" presStyleLbl="revTx" presStyleIdx="1" presStyleCnt="5">
        <dgm:presLayoutVars>
          <dgm:chMax val="0"/>
          <dgm:chPref val="0"/>
        </dgm:presLayoutVars>
      </dgm:prSet>
      <dgm:spPr/>
    </dgm:pt>
    <dgm:pt modelId="{7F482D9B-BBD2-4F32-A307-98F473D6DFDF}" type="pres">
      <dgm:prSet presAssocID="{FA3C4062-7B6B-4259-96FC-91A9A568EA87}" presName="sibTrans" presStyleCnt="0"/>
      <dgm:spPr/>
    </dgm:pt>
    <dgm:pt modelId="{790BADF1-625C-4268-B60D-C0011EBA585E}" type="pres">
      <dgm:prSet presAssocID="{74D727FA-2C22-4D86-8A4B-C37C491C0053}" presName="compNode" presStyleCnt="0"/>
      <dgm:spPr/>
    </dgm:pt>
    <dgm:pt modelId="{3A4154CD-BEDA-4FBA-BA4D-8CDA7891D176}" type="pres">
      <dgm:prSet presAssocID="{74D727FA-2C22-4D86-8A4B-C37C491C0053}" presName="bgRect" presStyleLbl="bgShp" presStyleIdx="2" presStyleCnt="5"/>
      <dgm:spPr/>
    </dgm:pt>
    <dgm:pt modelId="{605ECB8D-A5A2-478C-BA4B-5C268DE2A2A7}" type="pres">
      <dgm:prSet presAssocID="{74D727FA-2C22-4D86-8A4B-C37C491C005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303EC0B9-541E-4F89-894F-034772538701}" type="pres">
      <dgm:prSet presAssocID="{74D727FA-2C22-4D86-8A4B-C37C491C0053}" presName="spaceRect" presStyleCnt="0"/>
      <dgm:spPr/>
    </dgm:pt>
    <dgm:pt modelId="{A94C7BE3-B331-4C2E-B77E-8259AB76B941}" type="pres">
      <dgm:prSet presAssocID="{74D727FA-2C22-4D86-8A4B-C37C491C0053}" presName="parTx" presStyleLbl="revTx" presStyleIdx="2" presStyleCnt="5">
        <dgm:presLayoutVars>
          <dgm:chMax val="0"/>
          <dgm:chPref val="0"/>
        </dgm:presLayoutVars>
      </dgm:prSet>
      <dgm:spPr/>
    </dgm:pt>
    <dgm:pt modelId="{0A731006-5FF9-4090-B102-1E9C35419D0B}" type="pres">
      <dgm:prSet presAssocID="{D22303DB-2D68-4196-9582-0FA6D069B311}" presName="sibTrans" presStyleCnt="0"/>
      <dgm:spPr/>
    </dgm:pt>
    <dgm:pt modelId="{1B4AF6C6-1A02-4F86-B6B9-AE6CDE74B79E}" type="pres">
      <dgm:prSet presAssocID="{E3F3FBB3-73FC-4063-A779-054994FD1A75}" presName="compNode" presStyleCnt="0"/>
      <dgm:spPr/>
    </dgm:pt>
    <dgm:pt modelId="{3D6018F0-D143-46D2-91C4-92DA6DC4DD04}" type="pres">
      <dgm:prSet presAssocID="{E3F3FBB3-73FC-4063-A779-054994FD1A75}" presName="bgRect" presStyleLbl="bgShp" presStyleIdx="3" presStyleCnt="5"/>
      <dgm:spPr/>
    </dgm:pt>
    <dgm:pt modelId="{F1BE7284-52B0-4970-9BA8-110B1FE0B0CA}" type="pres">
      <dgm:prSet presAssocID="{E3F3FBB3-73FC-4063-A779-054994FD1A7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D8FC468B-480D-4660-9E3C-4BAA3A46CFA5}" type="pres">
      <dgm:prSet presAssocID="{E3F3FBB3-73FC-4063-A779-054994FD1A75}" presName="spaceRect" presStyleCnt="0"/>
      <dgm:spPr/>
    </dgm:pt>
    <dgm:pt modelId="{49FBE24D-E30C-4CBE-A0BD-15A127C3CAB1}" type="pres">
      <dgm:prSet presAssocID="{E3F3FBB3-73FC-4063-A779-054994FD1A75}" presName="parTx" presStyleLbl="revTx" presStyleIdx="3" presStyleCnt="5">
        <dgm:presLayoutVars>
          <dgm:chMax val="0"/>
          <dgm:chPref val="0"/>
        </dgm:presLayoutVars>
      </dgm:prSet>
      <dgm:spPr/>
    </dgm:pt>
    <dgm:pt modelId="{1975B807-BA72-472E-9169-7F58E59B036F}" type="pres">
      <dgm:prSet presAssocID="{3B103F81-28D6-49E5-AAAE-D2DC53EF6325}" presName="sibTrans" presStyleCnt="0"/>
      <dgm:spPr/>
    </dgm:pt>
    <dgm:pt modelId="{699101B7-7012-4419-A017-298B8BE57CCC}" type="pres">
      <dgm:prSet presAssocID="{A48BB21A-F493-487C-B2CB-3EF1A2FCF0C5}" presName="compNode" presStyleCnt="0"/>
      <dgm:spPr/>
    </dgm:pt>
    <dgm:pt modelId="{A64026EA-C1DD-4BE1-A107-8B53A2980BBD}" type="pres">
      <dgm:prSet presAssocID="{A48BB21A-F493-487C-B2CB-3EF1A2FCF0C5}" presName="bgRect" presStyleLbl="bgShp" presStyleIdx="4" presStyleCnt="5"/>
      <dgm:spPr/>
    </dgm:pt>
    <dgm:pt modelId="{377F7232-10F7-4829-9906-72CC4EF21C0F}" type="pres">
      <dgm:prSet presAssocID="{A48BB21A-F493-487C-B2CB-3EF1A2FCF0C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74578E6-6411-4906-B80E-4CF6BC70412E}" type="pres">
      <dgm:prSet presAssocID="{A48BB21A-F493-487C-B2CB-3EF1A2FCF0C5}" presName="spaceRect" presStyleCnt="0"/>
      <dgm:spPr/>
    </dgm:pt>
    <dgm:pt modelId="{ECC182EB-F0DA-41A4-9A85-4FAA8B7A81C4}" type="pres">
      <dgm:prSet presAssocID="{A48BB21A-F493-487C-B2CB-3EF1A2FCF0C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271AA0A-F73C-4EF1-9012-6A25D3A84BDE}" type="presOf" srcId="{F959F475-B9C8-46FA-9B26-544EBA2641DC}" destId="{98E83E33-14D2-4BE5-B377-F576D738CC0B}" srcOrd="0" destOrd="0" presId="urn:microsoft.com/office/officeart/2018/2/layout/IconVerticalSolidList"/>
    <dgm:cxn modelId="{2C6E403D-5D4D-49E2-8620-E2BA8BA2BAAB}" srcId="{F959F475-B9C8-46FA-9B26-544EBA2641DC}" destId="{0791BE6E-E7F4-48FF-9C3F-CF0C0B3131BE}" srcOrd="1" destOrd="0" parTransId="{BC257C67-B5A9-433F-86D9-CD45BC9F3462}" sibTransId="{FA3C4062-7B6B-4259-96FC-91A9A568EA87}"/>
    <dgm:cxn modelId="{09CF4243-874A-4104-A68B-F7396F09B0EC}" srcId="{F959F475-B9C8-46FA-9B26-544EBA2641DC}" destId="{19E41219-9954-493B-B3B5-5CAA7061ACB8}" srcOrd="0" destOrd="0" parTransId="{0BB10079-0DF1-4155-A589-FBECC17C3FF4}" sibTransId="{B62B9E65-0998-48AD-84B7-0A1627780EF1}"/>
    <dgm:cxn modelId="{AEA1947C-C515-4C72-97C1-0B67EF3A240B}" srcId="{F959F475-B9C8-46FA-9B26-544EBA2641DC}" destId="{74D727FA-2C22-4D86-8A4B-C37C491C0053}" srcOrd="2" destOrd="0" parTransId="{2E339FF3-5A54-43C1-A8F6-43304E87C728}" sibTransId="{D22303DB-2D68-4196-9582-0FA6D069B311}"/>
    <dgm:cxn modelId="{F83F9388-F2B8-4DAF-80B4-5620B0A73D6F}" srcId="{F959F475-B9C8-46FA-9B26-544EBA2641DC}" destId="{A48BB21A-F493-487C-B2CB-3EF1A2FCF0C5}" srcOrd="4" destOrd="0" parTransId="{3704F17B-AE1B-488B-9CD9-A7457ACD4957}" sibTransId="{138F57A6-4493-4AFE-97B3-5773986BEDAF}"/>
    <dgm:cxn modelId="{B12A589F-8393-4525-BCA8-A35345A76A0B}" type="presOf" srcId="{A48BB21A-F493-487C-B2CB-3EF1A2FCF0C5}" destId="{ECC182EB-F0DA-41A4-9A85-4FAA8B7A81C4}" srcOrd="0" destOrd="0" presId="urn:microsoft.com/office/officeart/2018/2/layout/IconVerticalSolidList"/>
    <dgm:cxn modelId="{6DC3A8B4-D748-4403-AC0A-92553932AF02}" srcId="{F959F475-B9C8-46FA-9B26-544EBA2641DC}" destId="{E3F3FBB3-73FC-4063-A779-054994FD1A75}" srcOrd="3" destOrd="0" parTransId="{2B3DD93C-25CB-4E8D-AC98-B98F37C635B0}" sibTransId="{3B103F81-28D6-49E5-AAAE-D2DC53EF6325}"/>
    <dgm:cxn modelId="{19128FD0-85E3-4005-94FB-9ECBD2FD7D2B}" type="presOf" srcId="{0791BE6E-E7F4-48FF-9C3F-CF0C0B3131BE}" destId="{559FE6E1-7C2C-43DE-B28D-D59D37BE166D}" srcOrd="0" destOrd="0" presId="urn:microsoft.com/office/officeart/2018/2/layout/IconVerticalSolidList"/>
    <dgm:cxn modelId="{371062DA-48A8-49B3-A608-F3333BB17CE9}" type="presOf" srcId="{E3F3FBB3-73FC-4063-A779-054994FD1A75}" destId="{49FBE24D-E30C-4CBE-A0BD-15A127C3CAB1}" srcOrd="0" destOrd="0" presId="urn:microsoft.com/office/officeart/2018/2/layout/IconVerticalSolidList"/>
    <dgm:cxn modelId="{0F5F14E8-4B6C-4DE1-9053-B1CFAA6FB879}" type="presOf" srcId="{74D727FA-2C22-4D86-8A4B-C37C491C0053}" destId="{A94C7BE3-B331-4C2E-B77E-8259AB76B941}" srcOrd="0" destOrd="0" presId="urn:microsoft.com/office/officeart/2018/2/layout/IconVerticalSolidList"/>
    <dgm:cxn modelId="{3EDAC9FA-B416-4761-9A0D-071FCC91644B}" type="presOf" srcId="{19E41219-9954-493B-B3B5-5CAA7061ACB8}" destId="{FF788301-5FFC-4F22-809A-5481C8857CDE}" srcOrd="0" destOrd="0" presId="urn:microsoft.com/office/officeart/2018/2/layout/IconVerticalSolidList"/>
    <dgm:cxn modelId="{17F12C5B-D4F9-4726-B560-E79A2358E4B1}" type="presParOf" srcId="{98E83E33-14D2-4BE5-B377-F576D738CC0B}" destId="{D90F7CB8-001D-497F-AC5E-810BAFD71A3D}" srcOrd="0" destOrd="0" presId="urn:microsoft.com/office/officeart/2018/2/layout/IconVerticalSolidList"/>
    <dgm:cxn modelId="{09D30535-C127-4EF1-A21E-F65710358D85}" type="presParOf" srcId="{D90F7CB8-001D-497F-AC5E-810BAFD71A3D}" destId="{FFB698B7-0074-49AE-ACBF-87D8691198B2}" srcOrd="0" destOrd="0" presId="urn:microsoft.com/office/officeart/2018/2/layout/IconVerticalSolidList"/>
    <dgm:cxn modelId="{0998B44C-D368-4C7F-9C8D-17E7351CB30C}" type="presParOf" srcId="{D90F7CB8-001D-497F-AC5E-810BAFD71A3D}" destId="{F802CF20-5E9E-420B-8F92-35B413837692}" srcOrd="1" destOrd="0" presId="urn:microsoft.com/office/officeart/2018/2/layout/IconVerticalSolidList"/>
    <dgm:cxn modelId="{0EBD1438-940A-4318-B3AA-40F8C93E80F2}" type="presParOf" srcId="{D90F7CB8-001D-497F-AC5E-810BAFD71A3D}" destId="{0AAEC195-EF9B-496D-A06F-F42DE6565658}" srcOrd="2" destOrd="0" presId="urn:microsoft.com/office/officeart/2018/2/layout/IconVerticalSolidList"/>
    <dgm:cxn modelId="{A6A95B6E-AA4A-4DCA-9F3D-8991EBE4C928}" type="presParOf" srcId="{D90F7CB8-001D-497F-AC5E-810BAFD71A3D}" destId="{FF788301-5FFC-4F22-809A-5481C8857CDE}" srcOrd="3" destOrd="0" presId="urn:microsoft.com/office/officeart/2018/2/layout/IconVerticalSolidList"/>
    <dgm:cxn modelId="{C730A55D-4942-422C-8C85-AF12C5B834A6}" type="presParOf" srcId="{98E83E33-14D2-4BE5-B377-F576D738CC0B}" destId="{A88059E0-AE10-4E3E-A281-69E6C6902FAD}" srcOrd="1" destOrd="0" presId="urn:microsoft.com/office/officeart/2018/2/layout/IconVerticalSolidList"/>
    <dgm:cxn modelId="{3F7D1155-A42D-4E93-83E3-5C189401781F}" type="presParOf" srcId="{98E83E33-14D2-4BE5-B377-F576D738CC0B}" destId="{60CE5505-71B3-4F35-A030-BFFB50A64355}" srcOrd="2" destOrd="0" presId="urn:microsoft.com/office/officeart/2018/2/layout/IconVerticalSolidList"/>
    <dgm:cxn modelId="{7031F8D5-4079-4C7E-8119-423DFF7C4A7F}" type="presParOf" srcId="{60CE5505-71B3-4F35-A030-BFFB50A64355}" destId="{6E2FDD9A-3E20-4F12-BDAE-AEA541E1B100}" srcOrd="0" destOrd="0" presId="urn:microsoft.com/office/officeart/2018/2/layout/IconVerticalSolidList"/>
    <dgm:cxn modelId="{3D0B851C-5625-41B7-982E-57816CF1C24F}" type="presParOf" srcId="{60CE5505-71B3-4F35-A030-BFFB50A64355}" destId="{89C4EC6D-3DCF-449F-AE16-A6D36BF718E2}" srcOrd="1" destOrd="0" presId="urn:microsoft.com/office/officeart/2018/2/layout/IconVerticalSolidList"/>
    <dgm:cxn modelId="{1486DB9B-917C-45B6-82C1-2C349346FE5A}" type="presParOf" srcId="{60CE5505-71B3-4F35-A030-BFFB50A64355}" destId="{2A0A956B-FE9E-4996-BE0C-BC5B8369D5A5}" srcOrd="2" destOrd="0" presId="urn:microsoft.com/office/officeart/2018/2/layout/IconVerticalSolidList"/>
    <dgm:cxn modelId="{3E99B848-3534-49AE-B6A2-B0CCD7930E57}" type="presParOf" srcId="{60CE5505-71B3-4F35-A030-BFFB50A64355}" destId="{559FE6E1-7C2C-43DE-B28D-D59D37BE166D}" srcOrd="3" destOrd="0" presId="urn:microsoft.com/office/officeart/2018/2/layout/IconVerticalSolidList"/>
    <dgm:cxn modelId="{740A6530-643B-4BDE-94D3-F02889A7A0B6}" type="presParOf" srcId="{98E83E33-14D2-4BE5-B377-F576D738CC0B}" destId="{7F482D9B-BBD2-4F32-A307-98F473D6DFDF}" srcOrd="3" destOrd="0" presId="urn:microsoft.com/office/officeart/2018/2/layout/IconVerticalSolidList"/>
    <dgm:cxn modelId="{E03B70AB-8F99-401D-8CC1-28F53CE23412}" type="presParOf" srcId="{98E83E33-14D2-4BE5-B377-F576D738CC0B}" destId="{790BADF1-625C-4268-B60D-C0011EBA585E}" srcOrd="4" destOrd="0" presId="urn:microsoft.com/office/officeart/2018/2/layout/IconVerticalSolidList"/>
    <dgm:cxn modelId="{369E0B29-00A3-4144-9997-F09DE8F31135}" type="presParOf" srcId="{790BADF1-625C-4268-B60D-C0011EBA585E}" destId="{3A4154CD-BEDA-4FBA-BA4D-8CDA7891D176}" srcOrd="0" destOrd="0" presId="urn:microsoft.com/office/officeart/2018/2/layout/IconVerticalSolidList"/>
    <dgm:cxn modelId="{5BECAF06-C89A-478E-ACF5-7C0E94A7E1E7}" type="presParOf" srcId="{790BADF1-625C-4268-B60D-C0011EBA585E}" destId="{605ECB8D-A5A2-478C-BA4B-5C268DE2A2A7}" srcOrd="1" destOrd="0" presId="urn:microsoft.com/office/officeart/2018/2/layout/IconVerticalSolidList"/>
    <dgm:cxn modelId="{52662F14-6164-4827-A624-8277A7412ACA}" type="presParOf" srcId="{790BADF1-625C-4268-B60D-C0011EBA585E}" destId="{303EC0B9-541E-4F89-894F-034772538701}" srcOrd="2" destOrd="0" presId="urn:microsoft.com/office/officeart/2018/2/layout/IconVerticalSolidList"/>
    <dgm:cxn modelId="{9FED9B2A-576D-42AD-9B16-BE0759A44A8B}" type="presParOf" srcId="{790BADF1-625C-4268-B60D-C0011EBA585E}" destId="{A94C7BE3-B331-4C2E-B77E-8259AB76B941}" srcOrd="3" destOrd="0" presId="urn:microsoft.com/office/officeart/2018/2/layout/IconVerticalSolidList"/>
    <dgm:cxn modelId="{1A7EC02D-6E88-4A83-849E-521586EE019F}" type="presParOf" srcId="{98E83E33-14D2-4BE5-B377-F576D738CC0B}" destId="{0A731006-5FF9-4090-B102-1E9C35419D0B}" srcOrd="5" destOrd="0" presId="urn:microsoft.com/office/officeart/2018/2/layout/IconVerticalSolidList"/>
    <dgm:cxn modelId="{5CC2A505-2E23-46BD-9FD8-D1DF9BB707AE}" type="presParOf" srcId="{98E83E33-14D2-4BE5-B377-F576D738CC0B}" destId="{1B4AF6C6-1A02-4F86-B6B9-AE6CDE74B79E}" srcOrd="6" destOrd="0" presId="urn:microsoft.com/office/officeart/2018/2/layout/IconVerticalSolidList"/>
    <dgm:cxn modelId="{324750EC-ECC4-4A8A-A924-2C942D038AC3}" type="presParOf" srcId="{1B4AF6C6-1A02-4F86-B6B9-AE6CDE74B79E}" destId="{3D6018F0-D143-46D2-91C4-92DA6DC4DD04}" srcOrd="0" destOrd="0" presId="urn:microsoft.com/office/officeart/2018/2/layout/IconVerticalSolidList"/>
    <dgm:cxn modelId="{4E465FC3-57A9-49EE-B9CD-0D1EABB5DB29}" type="presParOf" srcId="{1B4AF6C6-1A02-4F86-B6B9-AE6CDE74B79E}" destId="{F1BE7284-52B0-4970-9BA8-110B1FE0B0CA}" srcOrd="1" destOrd="0" presId="urn:microsoft.com/office/officeart/2018/2/layout/IconVerticalSolidList"/>
    <dgm:cxn modelId="{3FEE912B-38F7-432F-8D93-EE33D022F8B1}" type="presParOf" srcId="{1B4AF6C6-1A02-4F86-B6B9-AE6CDE74B79E}" destId="{D8FC468B-480D-4660-9E3C-4BAA3A46CFA5}" srcOrd="2" destOrd="0" presId="urn:microsoft.com/office/officeart/2018/2/layout/IconVerticalSolidList"/>
    <dgm:cxn modelId="{DFB21289-FAEE-41D7-BEF2-31D09E3BD933}" type="presParOf" srcId="{1B4AF6C6-1A02-4F86-B6B9-AE6CDE74B79E}" destId="{49FBE24D-E30C-4CBE-A0BD-15A127C3CAB1}" srcOrd="3" destOrd="0" presId="urn:microsoft.com/office/officeart/2018/2/layout/IconVerticalSolidList"/>
    <dgm:cxn modelId="{491873A4-909B-4808-942B-3A0F160DDB30}" type="presParOf" srcId="{98E83E33-14D2-4BE5-B377-F576D738CC0B}" destId="{1975B807-BA72-472E-9169-7F58E59B036F}" srcOrd="7" destOrd="0" presId="urn:microsoft.com/office/officeart/2018/2/layout/IconVerticalSolidList"/>
    <dgm:cxn modelId="{0C3D596B-ADC4-440F-ABDF-10A55E20A1C1}" type="presParOf" srcId="{98E83E33-14D2-4BE5-B377-F576D738CC0B}" destId="{699101B7-7012-4419-A017-298B8BE57CCC}" srcOrd="8" destOrd="0" presId="urn:microsoft.com/office/officeart/2018/2/layout/IconVerticalSolidList"/>
    <dgm:cxn modelId="{C90652A9-E12E-4679-A261-754B244CD4A1}" type="presParOf" srcId="{699101B7-7012-4419-A017-298B8BE57CCC}" destId="{A64026EA-C1DD-4BE1-A107-8B53A2980BBD}" srcOrd="0" destOrd="0" presId="urn:microsoft.com/office/officeart/2018/2/layout/IconVerticalSolidList"/>
    <dgm:cxn modelId="{B3CACE3C-9C90-41DE-88FF-D34CEB209585}" type="presParOf" srcId="{699101B7-7012-4419-A017-298B8BE57CCC}" destId="{377F7232-10F7-4829-9906-72CC4EF21C0F}" srcOrd="1" destOrd="0" presId="urn:microsoft.com/office/officeart/2018/2/layout/IconVerticalSolidList"/>
    <dgm:cxn modelId="{2B20B016-FB40-4E61-AE96-09972557259D}" type="presParOf" srcId="{699101B7-7012-4419-A017-298B8BE57CCC}" destId="{C74578E6-6411-4906-B80E-4CF6BC70412E}" srcOrd="2" destOrd="0" presId="urn:microsoft.com/office/officeart/2018/2/layout/IconVerticalSolidList"/>
    <dgm:cxn modelId="{FBBB1DF5-8CD6-4907-8330-B05C500B4E7F}" type="presParOf" srcId="{699101B7-7012-4419-A017-298B8BE57CCC}" destId="{ECC182EB-F0DA-41A4-9A85-4FAA8B7A81C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0398DE-BEB5-403F-8FE2-FB9F76A4078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F8D846-D517-40E8-AC78-8B13E4FDCFF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React.js is a frontend JavaScript library.</a:t>
          </a:r>
        </a:p>
      </dgm:t>
    </dgm:pt>
    <dgm:pt modelId="{93055ADD-30AE-4BB2-BACF-B566AFE76F48}" type="parTrans" cxnId="{9141A399-5025-4453-8942-21ED0E20612B}">
      <dgm:prSet/>
      <dgm:spPr/>
      <dgm:t>
        <a:bodyPr/>
        <a:lstStyle/>
        <a:p>
          <a:endParaRPr lang="en-US"/>
        </a:p>
      </dgm:t>
    </dgm:pt>
    <dgm:pt modelId="{22F64C41-7479-4B7D-8C92-8EC02E7D841A}" type="sibTrans" cxnId="{9141A399-5025-4453-8942-21ED0E20612B}">
      <dgm:prSet/>
      <dgm:spPr/>
      <dgm:t>
        <a:bodyPr/>
        <a:lstStyle/>
        <a:p>
          <a:endParaRPr lang="en-US"/>
        </a:p>
      </dgm:t>
    </dgm:pt>
    <dgm:pt modelId="{8F3C5D62-7518-427B-BA4F-25C38B57BB6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It is used to build interactive user interfaces.</a:t>
          </a:r>
        </a:p>
      </dgm:t>
    </dgm:pt>
    <dgm:pt modelId="{9A88A316-2376-4780-9C3B-7ED4D1F29DF1}" type="parTrans" cxnId="{00B62166-E294-405F-AF27-1D12DB3522E7}">
      <dgm:prSet/>
      <dgm:spPr/>
      <dgm:t>
        <a:bodyPr/>
        <a:lstStyle/>
        <a:p>
          <a:endParaRPr lang="en-US"/>
        </a:p>
      </dgm:t>
    </dgm:pt>
    <dgm:pt modelId="{5BACD908-A027-4DE6-A103-453106D80226}" type="sibTrans" cxnId="{00B62166-E294-405F-AF27-1D12DB3522E7}">
      <dgm:prSet/>
      <dgm:spPr/>
      <dgm:t>
        <a:bodyPr/>
        <a:lstStyle/>
        <a:p>
          <a:endParaRPr lang="en-US"/>
        </a:p>
      </dgm:t>
    </dgm:pt>
    <dgm:pt modelId="{8F7ECE80-7002-4492-98F9-1069EDA3FED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React follows a component-based architecture.</a:t>
          </a:r>
        </a:p>
      </dgm:t>
    </dgm:pt>
    <dgm:pt modelId="{F2FDBFEB-4C72-4940-98FB-9EFAD091A4A0}" type="parTrans" cxnId="{F14A0036-C539-426D-BBA5-10B6C13AE48B}">
      <dgm:prSet/>
      <dgm:spPr/>
      <dgm:t>
        <a:bodyPr/>
        <a:lstStyle/>
        <a:p>
          <a:endParaRPr lang="en-US"/>
        </a:p>
      </dgm:t>
    </dgm:pt>
    <dgm:pt modelId="{477DA63A-4447-4B7B-98D7-0E62BE4A33C5}" type="sibTrans" cxnId="{F14A0036-C539-426D-BBA5-10B6C13AE48B}">
      <dgm:prSet/>
      <dgm:spPr/>
      <dgm:t>
        <a:bodyPr/>
        <a:lstStyle/>
        <a:p>
          <a:endParaRPr lang="en-US"/>
        </a:p>
      </dgm:t>
    </dgm:pt>
    <dgm:pt modelId="{00128D22-7B28-42E8-A024-BC841EC5F64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Components are reusable, making development faster.</a:t>
          </a:r>
        </a:p>
      </dgm:t>
    </dgm:pt>
    <dgm:pt modelId="{11D6CA62-E27E-4058-840B-E75690414555}" type="parTrans" cxnId="{3382314B-4CAF-43A3-B728-407D74265DA0}">
      <dgm:prSet/>
      <dgm:spPr/>
      <dgm:t>
        <a:bodyPr/>
        <a:lstStyle/>
        <a:p>
          <a:endParaRPr lang="en-US"/>
        </a:p>
      </dgm:t>
    </dgm:pt>
    <dgm:pt modelId="{B7D8BB64-0231-428E-830A-B42E5B989A74}" type="sibTrans" cxnId="{3382314B-4CAF-43A3-B728-407D74265DA0}">
      <dgm:prSet/>
      <dgm:spPr/>
      <dgm:t>
        <a:bodyPr/>
        <a:lstStyle/>
        <a:p>
          <a:endParaRPr lang="en-US"/>
        </a:p>
      </dgm:t>
    </dgm:pt>
    <dgm:pt modelId="{87C44CE7-0FB6-4BB0-BB99-41706A031E2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I learned how React improves performance using Virtual DOM</a:t>
          </a:r>
        </a:p>
      </dgm:t>
    </dgm:pt>
    <dgm:pt modelId="{4BC56071-5BEC-46C1-B8C4-77C9A11141FD}" type="parTrans" cxnId="{B214EF76-4478-4C5E-91D0-1066622CB952}">
      <dgm:prSet/>
      <dgm:spPr/>
      <dgm:t>
        <a:bodyPr/>
        <a:lstStyle/>
        <a:p>
          <a:endParaRPr lang="en-US"/>
        </a:p>
      </dgm:t>
    </dgm:pt>
    <dgm:pt modelId="{1C602B74-C15B-4141-BFC5-E8CAD797A54A}" type="sibTrans" cxnId="{B214EF76-4478-4C5E-91D0-1066622CB952}">
      <dgm:prSet/>
      <dgm:spPr/>
      <dgm:t>
        <a:bodyPr/>
        <a:lstStyle/>
        <a:p>
          <a:endParaRPr lang="en-US"/>
        </a:p>
      </dgm:t>
    </dgm:pt>
    <dgm:pt modelId="{282B4CA9-2CBC-46D1-9E00-7177841925D8}" type="pres">
      <dgm:prSet presAssocID="{930398DE-BEB5-403F-8FE2-FB9F76A4078C}" presName="root" presStyleCnt="0">
        <dgm:presLayoutVars>
          <dgm:dir/>
          <dgm:resizeHandles val="exact"/>
        </dgm:presLayoutVars>
      </dgm:prSet>
      <dgm:spPr/>
    </dgm:pt>
    <dgm:pt modelId="{D009AE75-FBA6-4617-90F2-5231FB5A4B27}" type="pres">
      <dgm:prSet presAssocID="{8AF8D846-D517-40E8-AC78-8B13E4FDCFF5}" presName="compNode" presStyleCnt="0"/>
      <dgm:spPr/>
    </dgm:pt>
    <dgm:pt modelId="{8EA64EAD-FB32-4C69-84AC-D51333C47894}" type="pres">
      <dgm:prSet presAssocID="{8AF8D846-D517-40E8-AC78-8B13E4FDCFF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4576E524-F8F1-49AE-B938-A46BC666EFC4}" type="pres">
      <dgm:prSet presAssocID="{8AF8D846-D517-40E8-AC78-8B13E4FDCFF5}" presName="spaceRect" presStyleCnt="0"/>
      <dgm:spPr/>
    </dgm:pt>
    <dgm:pt modelId="{0F968D13-9045-4BA0-BE93-257826ADDE65}" type="pres">
      <dgm:prSet presAssocID="{8AF8D846-D517-40E8-AC78-8B13E4FDCFF5}" presName="textRect" presStyleLbl="revTx" presStyleIdx="0" presStyleCnt="5">
        <dgm:presLayoutVars>
          <dgm:chMax val="1"/>
          <dgm:chPref val="1"/>
        </dgm:presLayoutVars>
      </dgm:prSet>
      <dgm:spPr/>
    </dgm:pt>
    <dgm:pt modelId="{0CF7C528-DB12-43AB-8A80-B8EE449887DD}" type="pres">
      <dgm:prSet presAssocID="{22F64C41-7479-4B7D-8C92-8EC02E7D841A}" presName="sibTrans" presStyleCnt="0"/>
      <dgm:spPr/>
    </dgm:pt>
    <dgm:pt modelId="{3B70EE97-7B22-44DE-9F78-806073CBFD39}" type="pres">
      <dgm:prSet presAssocID="{8F3C5D62-7518-427B-BA4F-25C38B57BB6C}" presName="compNode" presStyleCnt="0"/>
      <dgm:spPr/>
    </dgm:pt>
    <dgm:pt modelId="{E1E81447-8E0D-4FBE-A3DF-2A862BA1E4F8}" type="pres">
      <dgm:prSet presAssocID="{8F3C5D62-7518-427B-BA4F-25C38B57BB6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DF1580E-C376-44E2-BCA1-E3BEC549FF39}" type="pres">
      <dgm:prSet presAssocID="{8F3C5D62-7518-427B-BA4F-25C38B57BB6C}" presName="spaceRect" presStyleCnt="0"/>
      <dgm:spPr/>
    </dgm:pt>
    <dgm:pt modelId="{99354F19-8E1D-40D6-A1E6-DF8842599238}" type="pres">
      <dgm:prSet presAssocID="{8F3C5D62-7518-427B-BA4F-25C38B57BB6C}" presName="textRect" presStyleLbl="revTx" presStyleIdx="1" presStyleCnt="5">
        <dgm:presLayoutVars>
          <dgm:chMax val="1"/>
          <dgm:chPref val="1"/>
        </dgm:presLayoutVars>
      </dgm:prSet>
      <dgm:spPr/>
    </dgm:pt>
    <dgm:pt modelId="{969842A5-C9C1-44C5-9C2D-9421EED9747D}" type="pres">
      <dgm:prSet presAssocID="{5BACD908-A027-4DE6-A103-453106D80226}" presName="sibTrans" presStyleCnt="0"/>
      <dgm:spPr/>
    </dgm:pt>
    <dgm:pt modelId="{3FF50392-1564-4CFB-BBF8-7EB0984A4B45}" type="pres">
      <dgm:prSet presAssocID="{8F7ECE80-7002-4492-98F9-1069EDA3FED5}" presName="compNode" presStyleCnt="0"/>
      <dgm:spPr/>
    </dgm:pt>
    <dgm:pt modelId="{A1FB54BB-BE4C-45EC-8F35-E376816D1BF7}" type="pres">
      <dgm:prSet presAssocID="{8F7ECE80-7002-4492-98F9-1069EDA3FED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8355316-DC92-4337-BF5E-CC3C683FFD8E}" type="pres">
      <dgm:prSet presAssocID="{8F7ECE80-7002-4492-98F9-1069EDA3FED5}" presName="spaceRect" presStyleCnt="0"/>
      <dgm:spPr/>
    </dgm:pt>
    <dgm:pt modelId="{6964B248-1239-4230-AAA4-D9289DC16A37}" type="pres">
      <dgm:prSet presAssocID="{8F7ECE80-7002-4492-98F9-1069EDA3FED5}" presName="textRect" presStyleLbl="revTx" presStyleIdx="2" presStyleCnt="5">
        <dgm:presLayoutVars>
          <dgm:chMax val="1"/>
          <dgm:chPref val="1"/>
        </dgm:presLayoutVars>
      </dgm:prSet>
      <dgm:spPr/>
    </dgm:pt>
    <dgm:pt modelId="{369BCA2B-0913-46A8-A5A1-A9359F4F59A3}" type="pres">
      <dgm:prSet presAssocID="{477DA63A-4447-4B7B-98D7-0E62BE4A33C5}" presName="sibTrans" presStyleCnt="0"/>
      <dgm:spPr/>
    </dgm:pt>
    <dgm:pt modelId="{6AF43E32-93A1-4E67-822E-4A08BE518950}" type="pres">
      <dgm:prSet presAssocID="{00128D22-7B28-42E8-A024-BC841EC5F642}" presName="compNode" presStyleCnt="0"/>
      <dgm:spPr/>
    </dgm:pt>
    <dgm:pt modelId="{118EEE12-FF2E-4B5B-86EA-79236A4082C8}" type="pres">
      <dgm:prSet presAssocID="{00128D22-7B28-42E8-A024-BC841EC5F64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5FA51CD-1779-4FFD-9D3C-D428FA8EF837}" type="pres">
      <dgm:prSet presAssocID="{00128D22-7B28-42E8-A024-BC841EC5F642}" presName="spaceRect" presStyleCnt="0"/>
      <dgm:spPr/>
    </dgm:pt>
    <dgm:pt modelId="{BC497C4E-78D9-4301-9F7B-D3E02E32F50A}" type="pres">
      <dgm:prSet presAssocID="{00128D22-7B28-42E8-A024-BC841EC5F642}" presName="textRect" presStyleLbl="revTx" presStyleIdx="3" presStyleCnt="5">
        <dgm:presLayoutVars>
          <dgm:chMax val="1"/>
          <dgm:chPref val="1"/>
        </dgm:presLayoutVars>
      </dgm:prSet>
      <dgm:spPr/>
    </dgm:pt>
    <dgm:pt modelId="{3E9B9D7C-F6A6-452C-94A0-A209C50D3DD7}" type="pres">
      <dgm:prSet presAssocID="{B7D8BB64-0231-428E-830A-B42E5B989A74}" presName="sibTrans" presStyleCnt="0"/>
      <dgm:spPr/>
    </dgm:pt>
    <dgm:pt modelId="{57ADDB49-ED56-4914-BF56-0A401BB3AC59}" type="pres">
      <dgm:prSet presAssocID="{87C44CE7-0FB6-4BB0-BB99-41706A031E2E}" presName="compNode" presStyleCnt="0"/>
      <dgm:spPr/>
    </dgm:pt>
    <dgm:pt modelId="{D3975FD6-B2D1-49A0-83DA-BB2686CA1CFF}" type="pres">
      <dgm:prSet presAssocID="{87C44CE7-0FB6-4BB0-BB99-41706A031E2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F87ADB3-9B24-4A4F-B7E5-10546BA4DDDA}" type="pres">
      <dgm:prSet presAssocID="{87C44CE7-0FB6-4BB0-BB99-41706A031E2E}" presName="spaceRect" presStyleCnt="0"/>
      <dgm:spPr/>
    </dgm:pt>
    <dgm:pt modelId="{1A829B47-89D4-41E1-B28A-861F45B14BB3}" type="pres">
      <dgm:prSet presAssocID="{87C44CE7-0FB6-4BB0-BB99-41706A031E2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F376321-9091-464F-963D-13F7DFD4ADD1}" type="presOf" srcId="{00128D22-7B28-42E8-A024-BC841EC5F642}" destId="{BC497C4E-78D9-4301-9F7B-D3E02E32F50A}" srcOrd="0" destOrd="0" presId="urn:microsoft.com/office/officeart/2018/2/layout/IconLabelList"/>
    <dgm:cxn modelId="{F14A0036-C539-426D-BBA5-10B6C13AE48B}" srcId="{930398DE-BEB5-403F-8FE2-FB9F76A4078C}" destId="{8F7ECE80-7002-4492-98F9-1069EDA3FED5}" srcOrd="2" destOrd="0" parTransId="{F2FDBFEB-4C72-4940-98FB-9EFAD091A4A0}" sibTransId="{477DA63A-4447-4B7B-98D7-0E62BE4A33C5}"/>
    <dgm:cxn modelId="{4DEE5E45-5B4B-430D-AD4F-67C08688CDE7}" type="presOf" srcId="{8AF8D846-D517-40E8-AC78-8B13E4FDCFF5}" destId="{0F968D13-9045-4BA0-BE93-257826ADDE65}" srcOrd="0" destOrd="0" presId="urn:microsoft.com/office/officeart/2018/2/layout/IconLabelList"/>
    <dgm:cxn modelId="{00B62166-E294-405F-AF27-1D12DB3522E7}" srcId="{930398DE-BEB5-403F-8FE2-FB9F76A4078C}" destId="{8F3C5D62-7518-427B-BA4F-25C38B57BB6C}" srcOrd="1" destOrd="0" parTransId="{9A88A316-2376-4780-9C3B-7ED4D1F29DF1}" sibTransId="{5BACD908-A027-4DE6-A103-453106D80226}"/>
    <dgm:cxn modelId="{3382314B-4CAF-43A3-B728-407D74265DA0}" srcId="{930398DE-BEB5-403F-8FE2-FB9F76A4078C}" destId="{00128D22-7B28-42E8-A024-BC841EC5F642}" srcOrd="3" destOrd="0" parTransId="{11D6CA62-E27E-4058-840B-E75690414555}" sibTransId="{B7D8BB64-0231-428E-830A-B42E5B989A74}"/>
    <dgm:cxn modelId="{B4A2924E-0CCF-492F-B3FB-A9EEE271224C}" type="presOf" srcId="{8F7ECE80-7002-4492-98F9-1069EDA3FED5}" destId="{6964B248-1239-4230-AAA4-D9289DC16A37}" srcOrd="0" destOrd="0" presId="urn:microsoft.com/office/officeart/2018/2/layout/IconLabelList"/>
    <dgm:cxn modelId="{B214EF76-4478-4C5E-91D0-1066622CB952}" srcId="{930398DE-BEB5-403F-8FE2-FB9F76A4078C}" destId="{87C44CE7-0FB6-4BB0-BB99-41706A031E2E}" srcOrd="4" destOrd="0" parTransId="{4BC56071-5BEC-46C1-B8C4-77C9A11141FD}" sibTransId="{1C602B74-C15B-4141-BFC5-E8CAD797A54A}"/>
    <dgm:cxn modelId="{9141A399-5025-4453-8942-21ED0E20612B}" srcId="{930398DE-BEB5-403F-8FE2-FB9F76A4078C}" destId="{8AF8D846-D517-40E8-AC78-8B13E4FDCFF5}" srcOrd="0" destOrd="0" parTransId="{93055ADD-30AE-4BB2-BACF-B566AFE76F48}" sibTransId="{22F64C41-7479-4B7D-8C92-8EC02E7D841A}"/>
    <dgm:cxn modelId="{D2228BD9-E695-4B68-A297-7944468AED88}" type="presOf" srcId="{930398DE-BEB5-403F-8FE2-FB9F76A4078C}" destId="{282B4CA9-2CBC-46D1-9E00-7177841925D8}" srcOrd="0" destOrd="0" presId="urn:microsoft.com/office/officeart/2018/2/layout/IconLabelList"/>
    <dgm:cxn modelId="{1CA339E2-7419-42FC-9EDA-00F649237202}" type="presOf" srcId="{8F3C5D62-7518-427B-BA4F-25C38B57BB6C}" destId="{99354F19-8E1D-40D6-A1E6-DF8842599238}" srcOrd="0" destOrd="0" presId="urn:microsoft.com/office/officeart/2018/2/layout/IconLabelList"/>
    <dgm:cxn modelId="{D9CBA3E2-AEED-46E1-B919-A23111DE19D3}" type="presOf" srcId="{87C44CE7-0FB6-4BB0-BB99-41706A031E2E}" destId="{1A829B47-89D4-41E1-B28A-861F45B14BB3}" srcOrd="0" destOrd="0" presId="urn:microsoft.com/office/officeart/2018/2/layout/IconLabelList"/>
    <dgm:cxn modelId="{9EAA3640-972A-4D76-928A-90E0BB7C8C92}" type="presParOf" srcId="{282B4CA9-2CBC-46D1-9E00-7177841925D8}" destId="{D009AE75-FBA6-4617-90F2-5231FB5A4B27}" srcOrd="0" destOrd="0" presId="urn:microsoft.com/office/officeart/2018/2/layout/IconLabelList"/>
    <dgm:cxn modelId="{4CD9D0F4-FC4F-4611-860A-485FDC1989E7}" type="presParOf" srcId="{D009AE75-FBA6-4617-90F2-5231FB5A4B27}" destId="{8EA64EAD-FB32-4C69-84AC-D51333C47894}" srcOrd="0" destOrd="0" presId="urn:microsoft.com/office/officeart/2018/2/layout/IconLabelList"/>
    <dgm:cxn modelId="{EF3C69A3-BE2A-45A7-8A41-5DBAA39BDF7E}" type="presParOf" srcId="{D009AE75-FBA6-4617-90F2-5231FB5A4B27}" destId="{4576E524-F8F1-49AE-B938-A46BC666EFC4}" srcOrd="1" destOrd="0" presId="urn:microsoft.com/office/officeart/2018/2/layout/IconLabelList"/>
    <dgm:cxn modelId="{7765445C-1919-499C-A1DA-F8AB4FC2174D}" type="presParOf" srcId="{D009AE75-FBA6-4617-90F2-5231FB5A4B27}" destId="{0F968D13-9045-4BA0-BE93-257826ADDE65}" srcOrd="2" destOrd="0" presId="urn:microsoft.com/office/officeart/2018/2/layout/IconLabelList"/>
    <dgm:cxn modelId="{B69F2485-1877-4540-BBA5-279E1977FEB7}" type="presParOf" srcId="{282B4CA9-2CBC-46D1-9E00-7177841925D8}" destId="{0CF7C528-DB12-43AB-8A80-B8EE449887DD}" srcOrd="1" destOrd="0" presId="urn:microsoft.com/office/officeart/2018/2/layout/IconLabelList"/>
    <dgm:cxn modelId="{118DA6BF-5544-40B1-9203-0E1D09CD6A5D}" type="presParOf" srcId="{282B4CA9-2CBC-46D1-9E00-7177841925D8}" destId="{3B70EE97-7B22-44DE-9F78-806073CBFD39}" srcOrd="2" destOrd="0" presId="urn:microsoft.com/office/officeart/2018/2/layout/IconLabelList"/>
    <dgm:cxn modelId="{DC09FA2B-5AA4-41AF-88EB-E2B4D9D63F1B}" type="presParOf" srcId="{3B70EE97-7B22-44DE-9F78-806073CBFD39}" destId="{E1E81447-8E0D-4FBE-A3DF-2A862BA1E4F8}" srcOrd="0" destOrd="0" presId="urn:microsoft.com/office/officeart/2018/2/layout/IconLabelList"/>
    <dgm:cxn modelId="{BCB49F6D-57E5-4A93-9F35-747EA30D0902}" type="presParOf" srcId="{3B70EE97-7B22-44DE-9F78-806073CBFD39}" destId="{5DF1580E-C376-44E2-BCA1-E3BEC549FF39}" srcOrd="1" destOrd="0" presId="urn:microsoft.com/office/officeart/2018/2/layout/IconLabelList"/>
    <dgm:cxn modelId="{B3D1BBC8-3353-4F80-8DD9-6B8272AF2EAC}" type="presParOf" srcId="{3B70EE97-7B22-44DE-9F78-806073CBFD39}" destId="{99354F19-8E1D-40D6-A1E6-DF8842599238}" srcOrd="2" destOrd="0" presId="urn:microsoft.com/office/officeart/2018/2/layout/IconLabelList"/>
    <dgm:cxn modelId="{9965FB14-5E44-4803-A80C-6185BB07A10D}" type="presParOf" srcId="{282B4CA9-2CBC-46D1-9E00-7177841925D8}" destId="{969842A5-C9C1-44C5-9C2D-9421EED9747D}" srcOrd="3" destOrd="0" presId="urn:microsoft.com/office/officeart/2018/2/layout/IconLabelList"/>
    <dgm:cxn modelId="{042FBCED-2127-4511-BF46-2DA5C031B695}" type="presParOf" srcId="{282B4CA9-2CBC-46D1-9E00-7177841925D8}" destId="{3FF50392-1564-4CFB-BBF8-7EB0984A4B45}" srcOrd="4" destOrd="0" presId="urn:microsoft.com/office/officeart/2018/2/layout/IconLabelList"/>
    <dgm:cxn modelId="{4CCCAD96-FCB0-438A-A13B-74F2E8DFCF9A}" type="presParOf" srcId="{3FF50392-1564-4CFB-BBF8-7EB0984A4B45}" destId="{A1FB54BB-BE4C-45EC-8F35-E376816D1BF7}" srcOrd="0" destOrd="0" presId="urn:microsoft.com/office/officeart/2018/2/layout/IconLabelList"/>
    <dgm:cxn modelId="{D14C6424-04A9-4325-B63F-9F47C3CC2FD3}" type="presParOf" srcId="{3FF50392-1564-4CFB-BBF8-7EB0984A4B45}" destId="{28355316-DC92-4337-BF5E-CC3C683FFD8E}" srcOrd="1" destOrd="0" presId="urn:microsoft.com/office/officeart/2018/2/layout/IconLabelList"/>
    <dgm:cxn modelId="{F1850855-CB3E-4FBE-96CD-1E3559BD5FEC}" type="presParOf" srcId="{3FF50392-1564-4CFB-BBF8-7EB0984A4B45}" destId="{6964B248-1239-4230-AAA4-D9289DC16A37}" srcOrd="2" destOrd="0" presId="urn:microsoft.com/office/officeart/2018/2/layout/IconLabelList"/>
    <dgm:cxn modelId="{940F9EF8-B2AE-46E0-AC60-FAE9156BAD8E}" type="presParOf" srcId="{282B4CA9-2CBC-46D1-9E00-7177841925D8}" destId="{369BCA2B-0913-46A8-A5A1-A9359F4F59A3}" srcOrd="5" destOrd="0" presId="urn:microsoft.com/office/officeart/2018/2/layout/IconLabelList"/>
    <dgm:cxn modelId="{FABDB63D-406E-4C3E-9FED-806B56C03994}" type="presParOf" srcId="{282B4CA9-2CBC-46D1-9E00-7177841925D8}" destId="{6AF43E32-93A1-4E67-822E-4A08BE518950}" srcOrd="6" destOrd="0" presId="urn:microsoft.com/office/officeart/2018/2/layout/IconLabelList"/>
    <dgm:cxn modelId="{5C1E6CDF-EB1C-46FC-A999-D39560EC2592}" type="presParOf" srcId="{6AF43E32-93A1-4E67-822E-4A08BE518950}" destId="{118EEE12-FF2E-4B5B-86EA-79236A4082C8}" srcOrd="0" destOrd="0" presId="urn:microsoft.com/office/officeart/2018/2/layout/IconLabelList"/>
    <dgm:cxn modelId="{B303E34C-2BCB-46D4-B306-9380D9070CD4}" type="presParOf" srcId="{6AF43E32-93A1-4E67-822E-4A08BE518950}" destId="{35FA51CD-1779-4FFD-9D3C-D428FA8EF837}" srcOrd="1" destOrd="0" presId="urn:microsoft.com/office/officeart/2018/2/layout/IconLabelList"/>
    <dgm:cxn modelId="{DADB095D-72BC-474B-9302-941C9A5E4984}" type="presParOf" srcId="{6AF43E32-93A1-4E67-822E-4A08BE518950}" destId="{BC497C4E-78D9-4301-9F7B-D3E02E32F50A}" srcOrd="2" destOrd="0" presId="urn:microsoft.com/office/officeart/2018/2/layout/IconLabelList"/>
    <dgm:cxn modelId="{F1AB4CD3-070A-4D78-A3C7-05F2F2945096}" type="presParOf" srcId="{282B4CA9-2CBC-46D1-9E00-7177841925D8}" destId="{3E9B9D7C-F6A6-452C-94A0-A209C50D3DD7}" srcOrd="7" destOrd="0" presId="urn:microsoft.com/office/officeart/2018/2/layout/IconLabelList"/>
    <dgm:cxn modelId="{86B31ABF-5D0B-4B6C-8D4E-9C75DF753AC7}" type="presParOf" srcId="{282B4CA9-2CBC-46D1-9E00-7177841925D8}" destId="{57ADDB49-ED56-4914-BF56-0A401BB3AC59}" srcOrd="8" destOrd="0" presId="urn:microsoft.com/office/officeart/2018/2/layout/IconLabelList"/>
    <dgm:cxn modelId="{769A4EBE-2D48-4059-8E69-DDD132966F3A}" type="presParOf" srcId="{57ADDB49-ED56-4914-BF56-0A401BB3AC59}" destId="{D3975FD6-B2D1-49A0-83DA-BB2686CA1CFF}" srcOrd="0" destOrd="0" presId="urn:microsoft.com/office/officeart/2018/2/layout/IconLabelList"/>
    <dgm:cxn modelId="{EEE44B7A-D3ED-442F-A4B5-344E27672477}" type="presParOf" srcId="{57ADDB49-ED56-4914-BF56-0A401BB3AC59}" destId="{5F87ADB3-9B24-4A4F-B7E5-10546BA4DDDA}" srcOrd="1" destOrd="0" presId="urn:microsoft.com/office/officeart/2018/2/layout/IconLabelList"/>
    <dgm:cxn modelId="{45CD6EF9-C9DC-4538-A524-14233E11273B}" type="presParOf" srcId="{57ADDB49-ED56-4914-BF56-0A401BB3AC59}" destId="{1A829B47-89D4-41E1-B28A-861F45B14BB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7087B47-6A09-490F-B4AE-A47FD8BECA5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1B8595B-7C9F-4F96-A038-86A8B1A76BAC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Node.js is a JavaScript runtime environment.</a:t>
          </a:r>
        </a:p>
      </dgm:t>
    </dgm:pt>
    <dgm:pt modelId="{AD834FE6-3A51-41DA-B543-D32E722AFD17}" type="parTrans" cxnId="{DF0A5AE9-B268-4B0D-BAAC-34FC0DB1D2B6}">
      <dgm:prSet/>
      <dgm:spPr/>
      <dgm:t>
        <a:bodyPr/>
        <a:lstStyle/>
        <a:p>
          <a:endParaRPr lang="en-US"/>
        </a:p>
      </dgm:t>
    </dgm:pt>
    <dgm:pt modelId="{FFCCE2BB-7A85-4276-9405-C79A86069D1E}" type="sibTrans" cxnId="{DF0A5AE9-B268-4B0D-BAAC-34FC0DB1D2B6}">
      <dgm:prSet/>
      <dgm:spPr/>
      <dgm:t>
        <a:bodyPr/>
        <a:lstStyle/>
        <a:p>
          <a:endParaRPr lang="en-US"/>
        </a:p>
      </dgm:t>
    </dgm:pt>
    <dgm:pt modelId="{44262AAD-2B6D-4CF6-99C5-00E5A99FB39D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It allows JavaScript to run on the server sideNode.js enables backend development.</a:t>
          </a:r>
        </a:p>
      </dgm:t>
    </dgm:pt>
    <dgm:pt modelId="{52382F7E-B241-416A-87AE-4B0FAC69DCC4}" type="parTrans" cxnId="{F27CF6D0-D5F0-4A21-BD8C-3862638748FA}">
      <dgm:prSet/>
      <dgm:spPr/>
      <dgm:t>
        <a:bodyPr/>
        <a:lstStyle/>
        <a:p>
          <a:endParaRPr lang="en-US"/>
        </a:p>
      </dgm:t>
    </dgm:pt>
    <dgm:pt modelId="{57E173DA-7C03-428D-ABA2-C308A49A40A5}" type="sibTrans" cxnId="{F27CF6D0-D5F0-4A21-BD8C-3862638748FA}">
      <dgm:prSet/>
      <dgm:spPr/>
      <dgm:t>
        <a:bodyPr/>
        <a:lstStyle/>
        <a:p>
          <a:endParaRPr lang="en-US"/>
        </a:p>
      </dgm:t>
    </dgm:pt>
    <dgm:pt modelId="{5A8BCCAD-4370-4A6F-8CF8-81DF99FA22D1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It is fast and efficient due to its non-blocking architecture.</a:t>
          </a:r>
        </a:p>
      </dgm:t>
    </dgm:pt>
    <dgm:pt modelId="{972792E9-CE98-4C7C-8969-820367B50735}" type="parTrans" cxnId="{728878F3-49B8-40C4-973D-23B93250B878}">
      <dgm:prSet/>
      <dgm:spPr/>
      <dgm:t>
        <a:bodyPr/>
        <a:lstStyle/>
        <a:p>
          <a:endParaRPr lang="en-US"/>
        </a:p>
      </dgm:t>
    </dgm:pt>
    <dgm:pt modelId="{098AD809-26FB-4C7A-B14F-8FAACC119C87}" type="sibTrans" cxnId="{728878F3-49B8-40C4-973D-23B93250B878}">
      <dgm:prSet/>
      <dgm:spPr/>
      <dgm:t>
        <a:bodyPr/>
        <a:lstStyle/>
        <a:p>
          <a:endParaRPr lang="en-US"/>
        </a:p>
      </dgm:t>
    </dgm:pt>
    <dgm:pt modelId="{D0FCF971-3BDD-4B6D-9998-D202A4C07445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 learned how Node.js works with Express to handle server logic</a:t>
          </a:r>
        </a:p>
      </dgm:t>
    </dgm:pt>
    <dgm:pt modelId="{B7D975CF-07F2-4E8B-A3D1-D4A78AACF8BB}" type="parTrans" cxnId="{0778540F-F03A-44CE-9FB9-CBC265CF217A}">
      <dgm:prSet/>
      <dgm:spPr/>
      <dgm:t>
        <a:bodyPr/>
        <a:lstStyle/>
        <a:p>
          <a:endParaRPr lang="en-US"/>
        </a:p>
      </dgm:t>
    </dgm:pt>
    <dgm:pt modelId="{134080CA-D604-4451-A738-42537B6B6EC5}" type="sibTrans" cxnId="{0778540F-F03A-44CE-9FB9-CBC265CF217A}">
      <dgm:prSet/>
      <dgm:spPr/>
      <dgm:t>
        <a:bodyPr/>
        <a:lstStyle/>
        <a:p>
          <a:endParaRPr lang="en-US"/>
        </a:p>
      </dgm:t>
    </dgm:pt>
    <dgm:pt modelId="{C186D4B3-6C4C-4DF5-8114-7C17E6BD40EE}" type="pres">
      <dgm:prSet presAssocID="{27087B47-6A09-490F-B4AE-A47FD8BECA58}" presName="root" presStyleCnt="0">
        <dgm:presLayoutVars>
          <dgm:dir/>
          <dgm:resizeHandles val="exact"/>
        </dgm:presLayoutVars>
      </dgm:prSet>
      <dgm:spPr/>
    </dgm:pt>
    <dgm:pt modelId="{AB809F6A-9A82-4F9D-819A-C69A09DF35ED}" type="pres">
      <dgm:prSet presAssocID="{D1B8595B-7C9F-4F96-A038-86A8B1A76BAC}" presName="compNode" presStyleCnt="0"/>
      <dgm:spPr/>
    </dgm:pt>
    <dgm:pt modelId="{AF669F75-829B-4730-A7A3-B9AD916BECF0}" type="pres">
      <dgm:prSet presAssocID="{D1B8595B-7C9F-4F96-A038-86A8B1A76BAC}" presName="bgRect" presStyleLbl="bgShp" presStyleIdx="0" presStyleCnt="4"/>
      <dgm:spPr/>
    </dgm:pt>
    <dgm:pt modelId="{02B4390A-E04B-4075-8B19-4BF7F713E539}" type="pres">
      <dgm:prSet presAssocID="{D1B8595B-7C9F-4F96-A038-86A8B1A76BA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0096766D-42A4-4378-A7BA-0A8510E20777}" type="pres">
      <dgm:prSet presAssocID="{D1B8595B-7C9F-4F96-A038-86A8B1A76BAC}" presName="spaceRect" presStyleCnt="0"/>
      <dgm:spPr/>
    </dgm:pt>
    <dgm:pt modelId="{9EBC033C-89C3-4606-83BF-04E8869D8E1E}" type="pres">
      <dgm:prSet presAssocID="{D1B8595B-7C9F-4F96-A038-86A8B1A76BAC}" presName="parTx" presStyleLbl="revTx" presStyleIdx="0" presStyleCnt="4">
        <dgm:presLayoutVars>
          <dgm:chMax val="0"/>
          <dgm:chPref val="0"/>
        </dgm:presLayoutVars>
      </dgm:prSet>
      <dgm:spPr/>
    </dgm:pt>
    <dgm:pt modelId="{56281887-C689-4A3A-9971-4DFC2AA1DBBF}" type="pres">
      <dgm:prSet presAssocID="{FFCCE2BB-7A85-4276-9405-C79A86069D1E}" presName="sibTrans" presStyleCnt="0"/>
      <dgm:spPr/>
    </dgm:pt>
    <dgm:pt modelId="{BC59253C-6D7C-46FC-86F4-EAA78E1899EE}" type="pres">
      <dgm:prSet presAssocID="{44262AAD-2B6D-4CF6-99C5-00E5A99FB39D}" presName="compNode" presStyleCnt="0"/>
      <dgm:spPr/>
    </dgm:pt>
    <dgm:pt modelId="{ABC9EC9E-5FEC-43BB-84F2-B6F559E5F740}" type="pres">
      <dgm:prSet presAssocID="{44262AAD-2B6D-4CF6-99C5-00E5A99FB39D}" presName="bgRect" presStyleLbl="bgShp" presStyleIdx="1" presStyleCnt="4"/>
      <dgm:spPr/>
    </dgm:pt>
    <dgm:pt modelId="{61558F2E-11F9-4016-93B4-F0126F1C5C9E}" type="pres">
      <dgm:prSet presAssocID="{44262AAD-2B6D-4CF6-99C5-00E5A99FB39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315F09F3-C603-49A6-96CA-7D1310235A3A}" type="pres">
      <dgm:prSet presAssocID="{44262AAD-2B6D-4CF6-99C5-00E5A99FB39D}" presName="spaceRect" presStyleCnt="0"/>
      <dgm:spPr/>
    </dgm:pt>
    <dgm:pt modelId="{1CA21083-A10A-40FA-B26E-058F8E3DA93B}" type="pres">
      <dgm:prSet presAssocID="{44262AAD-2B6D-4CF6-99C5-00E5A99FB39D}" presName="parTx" presStyleLbl="revTx" presStyleIdx="1" presStyleCnt="4">
        <dgm:presLayoutVars>
          <dgm:chMax val="0"/>
          <dgm:chPref val="0"/>
        </dgm:presLayoutVars>
      </dgm:prSet>
      <dgm:spPr/>
    </dgm:pt>
    <dgm:pt modelId="{204FDD1B-B7D5-4F82-8834-666E6B4E6E79}" type="pres">
      <dgm:prSet presAssocID="{57E173DA-7C03-428D-ABA2-C308A49A40A5}" presName="sibTrans" presStyleCnt="0"/>
      <dgm:spPr/>
    </dgm:pt>
    <dgm:pt modelId="{1422D7C4-B08C-48A7-B618-A4C21B5053C9}" type="pres">
      <dgm:prSet presAssocID="{5A8BCCAD-4370-4A6F-8CF8-81DF99FA22D1}" presName="compNode" presStyleCnt="0"/>
      <dgm:spPr/>
    </dgm:pt>
    <dgm:pt modelId="{5B7A984B-B6B2-4F47-BA98-3F4C4E50C737}" type="pres">
      <dgm:prSet presAssocID="{5A8BCCAD-4370-4A6F-8CF8-81DF99FA22D1}" presName="bgRect" presStyleLbl="bgShp" presStyleIdx="2" presStyleCnt="4"/>
      <dgm:spPr/>
    </dgm:pt>
    <dgm:pt modelId="{4D57BF79-6C92-49A2-8A90-5AB126297FA2}" type="pres">
      <dgm:prSet presAssocID="{5A8BCCAD-4370-4A6F-8CF8-81DF99FA22D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0994A093-A3F4-4461-806C-F5FBEAADEFB1}" type="pres">
      <dgm:prSet presAssocID="{5A8BCCAD-4370-4A6F-8CF8-81DF99FA22D1}" presName="spaceRect" presStyleCnt="0"/>
      <dgm:spPr/>
    </dgm:pt>
    <dgm:pt modelId="{1DEFE53F-533B-4CC2-AD8A-D3C46561BF8A}" type="pres">
      <dgm:prSet presAssocID="{5A8BCCAD-4370-4A6F-8CF8-81DF99FA22D1}" presName="parTx" presStyleLbl="revTx" presStyleIdx="2" presStyleCnt="4">
        <dgm:presLayoutVars>
          <dgm:chMax val="0"/>
          <dgm:chPref val="0"/>
        </dgm:presLayoutVars>
      </dgm:prSet>
      <dgm:spPr/>
    </dgm:pt>
    <dgm:pt modelId="{A6609F66-A39C-4F7F-8BD9-925E3973652A}" type="pres">
      <dgm:prSet presAssocID="{098AD809-26FB-4C7A-B14F-8FAACC119C87}" presName="sibTrans" presStyleCnt="0"/>
      <dgm:spPr/>
    </dgm:pt>
    <dgm:pt modelId="{6BF4CD02-0EEE-4DE6-B453-B48701313BA3}" type="pres">
      <dgm:prSet presAssocID="{D0FCF971-3BDD-4B6D-9998-D202A4C07445}" presName="compNode" presStyleCnt="0"/>
      <dgm:spPr/>
    </dgm:pt>
    <dgm:pt modelId="{DF670302-2D8F-43C1-894C-0F42D0824DDA}" type="pres">
      <dgm:prSet presAssocID="{D0FCF971-3BDD-4B6D-9998-D202A4C07445}" presName="bgRect" presStyleLbl="bgShp" presStyleIdx="3" presStyleCnt="4"/>
      <dgm:spPr/>
    </dgm:pt>
    <dgm:pt modelId="{F1CBC2E5-9471-463C-940A-81C29F0B875C}" type="pres">
      <dgm:prSet presAssocID="{D0FCF971-3BDD-4B6D-9998-D202A4C0744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5FB959F-E04F-48DE-BB3F-4FD28AA54A25}" type="pres">
      <dgm:prSet presAssocID="{D0FCF971-3BDD-4B6D-9998-D202A4C07445}" presName="spaceRect" presStyleCnt="0"/>
      <dgm:spPr/>
    </dgm:pt>
    <dgm:pt modelId="{A7FEF1BE-6B78-430C-A2DE-60F8F0FA4E8D}" type="pres">
      <dgm:prSet presAssocID="{D0FCF971-3BDD-4B6D-9998-D202A4C0744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778540F-F03A-44CE-9FB9-CBC265CF217A}" srcId="{27087B47-6A09-490F-B4AE-A47FD8BECA58}" destId="{D0FCF971-3BDD-4B6D-9998-D202A4C07445}" srcOrd="3" destOrd="0" parTransId="{B7D975CF-07F2-4E8B-A3D1-D4A78AACF8BB}" sibTransId="{134080CA-D604-4451-A738-42537B6B6EC5}"/>
    <dgm:cxn modelId="{95783010-E41B-4E75-B5AD-F21A99BCBB98}" type="presOf" srcId="{5A8BCCAD-4370-4A6F-8CF8-81DF99FA22D1}" destId="{1DEFE53F-533B-4CC2-AD8A-D3C46561BF8A}" srcOrd="0" destOrd="0" presId="urn:microsoft.com/office/officeart/2018/2/layout/IconVerticalSolidList"/>
    <dgm:cxn modelId="{678B2317-23AE-41AF-AEC5-81EBAAF0BD31}" type="presOf" srcId="{D1B8595B-7C9F-4F96-A038-86A8B1A76BAC}" destId="{9EBC033C-89C3-4606-83BF-04E8869D8E1E}" srcOrd="0" destOrd="0" presId="urn:microsoft.com/office/officeart/2018/2/layout/IconVerticalSolidList"/>
    <dgm:cxn modelId="{692D1236-27BC-4C3A-B342-D65B5554EDBE}" type="presOf" srcId="{D0FCF971-3BDD-4B6D-9998-D202A4C07445}" destId="{A7FEF1BE-6B78-430C-A2DE-60F8F0FA4E8D}" srcOrd="0" destOrd="0" presId="urn:microsoft.com/office/officeart/2018/2/layout/IconVerticalSolidList"/>
    <dgm:cxn modelId="{A11E4955-A0D1-4ED5-B1E3-462DF0B8F7B0}" type="presOf" srcId="{27087B47-6A09-490F-B4AE-A47FD8BECA58}" destId="{C186D4B3-6C4C-4DF5-8114-7C17E6BD40EE}" srcOrd="0" destOrd="0" presId="urn:microsoft.com/office/officeart/2018/2/layout/IconVerticalSolidList"/>
    <dgm:cxn modelId="{F27CF6D0-D5F0-4A21-BD8C-3862638748FA}" srcId="{27087B47-6A09-490F-B4AE-A47FD8BECA58}" destId="{44262AAD-2B6D-4CF6-99C5-00E5A99FB39D}" srcOrd="1" destOrd="0" parTransId="{52382F7E-B241-416A-87AE-4B0FAC69DCC4}" sibTransId="{57E173DA-7C03-428D-ABA2-C308A49A40A5}"/>
    <dgm:cxn modelId="{C469A2E1-8334-4C69-B4DE-D7D194E53A1B}" type="presOf" srcId="{44262AAD-2B6D-4CF6-99C5-00E5A99FB39D}" destId="{1CA21083-A10A-40FA-B26E-058F8E3DA93B}" srcOrd="0" destOrd="0" presId="urn:microsoft.com/office/officeart/2018/2/layout/IconVerticalSolidList"/>
    <dgm:cxn modelId="{DF0A5AE9-B268-4B0D-BAAC-34FC0DB1D2B6}" srcId="{27087B47-6A09-490F-B4AE-A47FD8BECA58}" destId="{D1B8595B-7C9F-4F96-A038-86A8B1A76BAC}" srcOrd="0" destOrd="0" parTransId="{AD834FE6-3A51-41DA-B543-D32E722AFD17}" sibTransId="{FFCCE2BB-7A85-4276-9405-C79A86069D1E}"/>
    <dgm:cxn modelId="{728878F3-49B8-40C4-973D-23B93250B878}" srcId="{27087B47-6A09-490F-B4AE-A47FD8BECA58}" destId="{5A8BCCAD-4370-4A6F-8CF8-81DF99FA22D1}" srcOrd="2" destOrd="0" parTransId="{972792E9-CE98-4C7C-8969-820367B50735}" sibTransId="{098AD809-26FB-4C7A-B14F-8FAACC119C87}"/>
    <dgm:cxn modelId="{A8DBE2F9-6ACB-44BA-B2D8-27C5A7FAAE14}" type="presParOf" srcId="{C186D4B3-6C4C-4DF5-8114-7C17E6BD40EE}" destId="{AB809F6A-9A82-4F9D-819A-C69A09DF35ED}" srcOrd="0" destOrd="0" presId="urn:microsoft.com/office/officeart/2018/2/layout/IconVerticalSolidList"/>
    <dgm:cxn modelId="{0C619F3B-B740-4F96-A1CA-961E30F65EE0}" type="presParOf" srcId="{AB809F6A-9A82-4F9D-819A-C69A09DF35ED}" destId="{AF669F75-829B-4730-A7A3-B9AD916BECF0}" srcOrd="0" destOrd="0" presId="urn:microsoft.com/office/officeart/2018/2/layout/IconVerticalSolidList"/>
    <dgm:cxn modelId="{4ECAA8E4-0AC1-445D-917B-A5796FBE408D}" type="presParOf" srcId="{AB809F6A-9A82-4F9D-819A-C69A09DF35ED}" destId="{02B4390A-E04B-4075-8B19-4BF7F713E539}" srcOrd="1" destOrd="0" presId="urn:microsoft.com/office/officeart/2018/2/layout/IconVerticalSolidList"/>
    <dgm:cxn modelId="{C1AF625C-2F2C-41C3-A404-C7AAB56B007B}" type="presParOf" srcId="{AB809F6A-9A82-4F9D-819A-C69A09DF35ED}" destId="{0096766D-42A4-4378-A7BA-0A8510E20777}" srcOrd="2" destOrd="0" presId="urn:microsoft.com/office/officeart/2018/2/layout/IconVerticalSolidList"/>
    <dgm:cxn modelId="{584962AF-20A8-42D6-866E-B95DCFC3BC44}" type="presParOf" srcId="{AB809F6A-9A82-4F9D-819A-C69A09DF35ED}" destId="{9EBC033C-89C3-4606-83BF-04E8869D8E1E}" srcOrd="3" destOrd="0" presId="urn:microsoft.com/office/officeart/2018/2/layout/IconVerticalSolidList"/>
    <dgm:cxn modelId="{33DE51DA-5A43-494F-885A-F182E3D4BAD0}" type="presParOf" srcId="{C186D4B3-6C4C-4DF5-8114-7C17E6BD40EE}" destId="{56281887-C689-4A3A-9971-4DFC2AA1DBBF}" srcOrd="1" destOrd="0" presId="urn:microsoft.com/office/officeart/2018/2/layout/IconVerticalSolidList"/>
    <dgm:cxn modelId="{A25110E3-130F-49EA-B565-9642E7D3220B}" type="presParOf" srcId="{C186D4B3-6C4C-4DF5-8114-7C17E6BD40EE}" destId="{BC59253C-6D7C-46FC-86F4-EAA78E1899EE}" srcOrd="2" destOrd="0" presId="urn:microsoft.com/office/officeart/2018/2/layout/IconVerticalSolidList"/>
    <dgm:cxn modelId="{8B400481-4860-4D3E-8B5B-19293F464DAA}" type="presParOf" srcId="{BC59253C-6D7C-46FC-86F4-EAA78E1899EE}" destId="{ABC9EC9E-5FEC-43BB-84F2-B6F559E5F740}" srcOrd="0" destOrd="0" presId="urn:microsoft.com/office/officeart/2018/2/layout/IconVerticalSolidList"/>
    <dgm:cxn modelId="{144AFF9D-4585-47FD-9681-759DAD5CDC74}" type="presParOf" srcId="{BC59253C-6D7C-46FC-86F4-EAA78E1899EE}" destId="{61558F2E-11F9-4016-93B4-F0126F1C5C9E}" srcOrd="1" destOrd="0" presId="urn:microsoft.com/office/officeart/2018/2/layout/IconVerticalSolidList"/>
    <dgm:cxn modelId="{50B8B2C9-756B-464D-8D72-98120F327571}" type="presParOf" srcId="{BC59253C-6D7C-46FC-86F4-EAA78E1899EE}" destId="{315F09F3-C603-49A6-96CA-7D1310235A3A}" srcOrd="2" destOrd="0" presId="urn:microsoft.com/office/officeart/2018/2/layout/IconVerticalSolidList"/>
    <dgm:cxn modelId="{86DB0517-85EF-47C9-9757-992601EEC233}" type="presParOf" srcId="{BC59253C-6D7C-46FC-86F4-EAA78E1899EE}" destId="{1CA21083-A10A-40FA-B26E-058F8E3DA93B}" srcOrd="3" destOrd="0" presId="urn:microsoft.com/office/officeart/2018/2/layout/IconVerticalSolidList"/>
    <dgm:cxn modelId="{CE430E62-1E04-4C0B-A111-01ED0AF58B40}" type="presParOf" srcId="{C186D4B3-6C4C-4DF5-8114-7C17E6BD40EE}" destId="{204FDD1B-B7D5-4F82-8834-666E6B4E6E79}" srcOrd="3" destOrd="0" presId="urn:microsoft.com/office/officeart/2018/2/layout/IconVerticalSolidList"/>
    <dgm:cxn modelId="{719BBC7C-56A3-442D-92E9-A7BCF11AC80F}" type="presParOf" srcId="{C186D4B3-6C4C-4DF5-8114-7C17E6BD40EE}" destId="{1422D7C4-B08C-48A7-B618-A4C21B5053C9}" srcOrd="4" destOrd="0" presId="urn:microsoft.com/office/officeart/2018/2/layout/IconVerticalSolidList"/>
    <dgm:cxn modelId="{681B7B18-B890-4032-8431-C41E7596BDD4}" type="presParOf" srcId="{1422D7C4-B08C-48A7-B618-A4C21B5053C9}" destId="{5B7A984B-B6B2-4F47-BA98-3F4C4E50C737}" srcOrd="0" destOrd="0" presId="urn:microsoft.com/office/officeart/2018/2/layout/IconVerticalSolidList"/>
    <dgm:cxn modelId="{5D0C7A56-D7AC-42BD-87FE-6254AA173192}" type="presParOf" srcId="{1422D7C4-B08C-48A7-B618-A4C21B5053C9}" destId="{4D57BF79-6C92-49A2-8A90-5AB126297FA2}" srcOrd="1" destOrd="0" presId="urn:microsoft.com/office/officeart/2018/2/layout/IconVerticalSolidList"/>
    <dgm:cxn modelId="{B136569D-4397-4154-B4D4-380709AAAA6C}" type="presParOf" srcId="{1422D7C4-B08C-48A7-B618-A4C21B5053C9}" destId="{0994A093-A3F4-4461-806C-F5FBEAADEFB1}" srcOrd="2" destOrd="0" presId="urn:microsoft.com/office/officeart/2018/2/layout/IconVerticalSolidList"/>
    <dgm:cxn modelId="{9AD1E12B-B065-4D73-AD8A-1901CF64F4C9}" type="presParOf" srcId="{1422D7C4-B08C-48A7-B618-A4C21B5053C9}" destId="{1DEFE53F-533B-4CC2-AD8A-D3C46561BF8A}" srcOrd="3" destOrd="0" presId="urn:microsoft.com/office/officeart/2018/2/layout/IconVerticalSolidList"/>
    <dgm:cxn modelId="{6A4C6262-B868-44F8-AFFF-4F254BD4FB9C}" type="presParOf" srcId="{C186D4B3-6C4C-4DF5-8114-7C17E6BD40EE}" destId="{A6609F66-A39C-4F7F-8BD9-925E3973652A}" srcOrd="5" destOrd="0" presId="urn:microsoft.com/office/officeart/2018/2/layout/IconVerticalSolidList"/>
    <dgm:cxn modelId="{288E93BD-AA33-41AF-B37A-1AD0EC619282}" type="presParOf" srcId="{C186D4B3-6C4C-4DF5-8114-7C17E6BD40EE}" destId="{6BF4CD02-0EEE-4DE6-B453-B48701313BA3}" srcOrd="6" destOrd="0" presId="urn:microsoft.com/office/officeart/2018/2/layout/IconVerticalSolidList"/>
    <dgm:cxn modelId="{90AFB4AA-377D-4943-8014-CE576B841745}" type="presParOf" srcId="{6BF4CD02-0EEE-4DE6-B453-B48701313BA3}" destId="{DF670302-2D8F-43C1-894C-0F42D0824DDA}" srcOrd="0" destOrd="0" presId="urn:microsoft.com/office/officeart/2018/2/layout/IconVerticalSolidList"/>
    <dgm:cxn modelId="{C9766E3B-8127-4F76-B282-51B3C23D7607}" type="presParOf" srcId="{6BF4CD02-0EEE-4DE6-B453-B48701313BA3}" destId="{F1CBC2E5-9471-463C-940A-81C29F0B875C}" srcOrd="1" destOrd="0" presId="urn:microsoft.com/office/officeart/2018/2/layout/IconVerticalSolidList"/>
    <dgm:cxn modelId="{B68388C1-EB7F-4893-B1E2-EF717079A105}" type="presParOf" srcId="{6BF4CD02-0EEE-4DE6-B453-B48701313BA3}" destId="{95FB959F-E04F-48DE-BB3F-4FD28AA54A25}" srcOrd="2" destOrd="0" presId="urn:microsoft.com/office/officeart/2018/2/layout/IconVerticalSolidList"/>
    <dgm:cxn modelId="{990E4990-E362-4E97-A222-F67100A0494F}" type="presParOf" srcId="{6BF4CD02-0EEE-4DE6-B453-B48701313BA3}" destId="{A7FEF1BE-6B78-430C-A2DE-60F8F0FA4E8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10AC5A4-62BC-48A1-BCD7-BACA2C74940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A3E032-D261-4927-81B7-A5B70781D68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GitHub is a platform used for version control and code collaboration.</a:t>
          </a:r>
        </a:p>
      </dgm:t>
    </dgm:pt>
    <dgm:pt modelId="{F6B8EED8-8DA6-40EA-BFB3-74FCEE15FF64}" type="parTrans" cxnId="{1BA5B553-B4ED-414B-B852-BB2295F395F2}">
      <dgm:prSet/>
      <dgm:spPr/>
      <dgm:t>
        <a:bodyPr/>
        <a:lstStyle/>
        <a:p>
          <a:endParaRPr lang="en-US"/>
        </a:p>
      </dgm:t>
    </dgm:pt>
    <dgm:pt modelId="{AED6A15D-6308-4EAE-98F6-5A80872F8360}" type="sibTrans" cxnId="{1BA5B553-B4ED-414B-B852-BB2295F395F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FCC96FB-3E0F-4DC6-92FC-966F77086C4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It helps developers store, manage, and share source code online.</a:t>
          </a:r>
        </a:p>
      </dgm:t>
    </dgm:pt>
    <dgm:pt modelId="{8DED74EC-6F8E-43F1-90EC-0B505EE516AD}" type="parTrans" cxnId="{8AFB9C58-7962-4A0B-930E-746271238616}">
      <dgm:prSet/>
      <dgm:spPr/>
      <dgm:t>
        <a:bodyPr/>
        <a:lstStyle/>
        <a:p>
          <a:endParaRPr lang="en-US"/>
        </a:p>
      </dgm:t>
    </dgm:pt>
    <dgm:pt modelId="{8583D066-2EBA-4A3E-A1ED-FAFD923B10AC}" type="sibTrans" cxnId="{8AFB9C58-7962-4A0B-930E-74627123861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F386E97-BFB2-4EE3-B17A-6595B226E1A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I learned how to create repositories and upload projects.</a:t>
          </a:r>
        </a:p>
      </dgm:t>
    </dgm:pt>
    <dgm:pt modelId="{94F92F06-19D6-407B-A098-CC1BBF6244AF}" type="parTrans" cxnId="{F1A204AD-A28C-4CB2-8F2E-50C8EB59B8D4}">
      <dgm:prSet/>
      <dgm:spPr/>
      <dgm:t>
        <a:bodyPr/>
        <a:lstStyle/>
        <a:p>
          <a:endParaRPr lang="en-US"/>
        </a:p>
      </dgm:t>
    </dgm:pt>
    <dgm:pt modelId="{204997A9-62B2-49E4-9630-6D837D787B81}" type="sibTrans" cxnId="{F1A204AD-A28C-4CB2-8F2E-50C8EB59B8D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D12E23D-F74D-425F-B5C8-C9BE5F784C7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GitHub allows tracking changes using commits.</a:t>
          </a:r>
        </a:p>
      </dgm:t>
    </dgm:pt>
    <dgm:pt modelId="{BD9CFE61-CE8C-401B-BC8D-03EECD14BC11}" type="parTrans" cxnId="{99866A48-98E9-484A-B537-3A2371A4C661}">
      <dgm:prSet/>
      <dgm:spPr/>
      <dgm:t>
        <a:bodyPr/>
        <a:lstStyle/>
        <a:p>
          <a:endParaRPr lang="en-US"/>
        </a:p>
      </dgm:t>
    </dgm:pt>
    <dgm:pt modelId="{080B2171-D51A-48FB-B4C1-60ABDA135E31}" type="sibTrans" cxnId="{99866A48-98E9-484A-B537-3A2371A4C66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8EB7CF0-6143-4DFA-839A-5200F7E3555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It supports teamwork through branches and pull requests.</a:t>
          </a:r>
        </a:p>
      </dgm:t>
    </dgm:pt>
    <dgm:pt modelId="{347BB3FB-61C1-4E80-AFCB-3EE70522AA20}" type="parTrans" cxnId="{E03253EA-3BF8-4780-9D8F-F2F064109660}">
      <dgm:prSet/>
      <dgm:spPr/>
      <dgm:t>
        <a:bodyPr/>
        <a:lstStyle/>
        <a:p>
          <a:endParaRPr lang="en-US"/>
        </a:p>
      </dgm:t>
    </dgm:pt>
    <dgm:pt modelId="{EB52AA0F-6FF7-40DC-AF88-D8F2371D56FC}" type="sibTrans" cxnId="{E03253EA-3BF8-4780-9D8F-F2F06410966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340139E-F1C6-4F06-B3DD-5A03035ADED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I learned how GitHub helps in maintaining project history and backup</a:t>
          </a:r>
        </a:p>
      </dgm:t>
    </dgm:pt>
    <dgm:pt modelId="{0747B0F1-DA2D-47D6-B3B0-3C3C0B724F42}" type="parTrans" cxnId="{EFD4B488-4501-40A4-A485-9BD65FEDB894}">
      <dgm:prSet/>
      <dgm:spPr/>
      <dgm:t>
        <a:bodyPr/>
        <a:lstStyle/>
        <a:p>
          <a:endParaRPr lang="en-US"/>
        </a:p>
      </dgm:t>
    </dgm:pt>
    <dgm:pt modelId="{F4782D96-6C2D-4DEA-AEA5-C6313B95D40A}" type="sibTrans" cxnId="{EFD4B488-4501-40A4-A485-9BD65FEDB894}">
      <dgm:prSet/>
      <dgm:spPr/>
      <dgm:t>
        <a:bodyPr/>
        <a:lstStyle/>
        <a:p>
          <a:endParaRPr lang="en-US"/>
        </a:p>
      </dgm:t>
    </dgm:pt>
    <dgm:pt modelId="{ED22B036-3EBF-415D-8970-0A809C29FCC2}" type="pres">
      <dgm:prSet presAssocID="{A10AC5A4-62BC-48A1-BCD7-BACA2C749400}" presName="root" presStyleCnt="0">
        <dgm:presLayoutVars>
          <dgm:dir/>
          <dgm:resizeHandles val="exact"/>
        </dgm:presLayoutVars>
      </dgm:prSet>
      <dgm:spPr/>
    </dgm:pt>
    <dgm:pt modelId="{DEAA6092-57B3-42EB-9CF9-DA15F4A6F956}" type="pres">
      <dgm:prSet presAssocID="{A10AC5A4-62BC-48A1-BCD7-BACA2C749400}" presName="container" presStyleCnt="0">
        <dgm:presLayoutVars>
          <dgm:dir/>
          <dgm:resizeHandles val="exact"/>
        </dgm:presLayoutVars>
      </dgm:prSet>
      <dgm:spPr/>
    </dgm:pt>
    <dgm:pt modelId="{3E0E24D0-CF3C-4AA2-B868-0BDE9781DF47}" type="pres">
      <dgm:prSet presAssocID="{B4A3E032-D261-4927-81B7-A5B70781D689}" presName="compNode" presStyleCnt="0"/>
      <dgm:spPr/>
    </dgm:pt>
    <dgm:pt modelId="{C894C377-8E50-4F25-953A-0ACA1FD4A99B}" type="pres">
      <dgm:prSet presAssocID="{B4A3E032-D261-4927-81B7-A5B70781D689}" presName="iconBgRect" presStyleLbl="bgShp" presStyleIdx="0" presStyleCnt="6"/>
      <dgm:spPr/>
    </dgm:pt>
    <dgm:pt modelId="{65CE6C28-812A-4895-8331-4A60CF67DCE3}" type="pres">
      <dgm:prSet presAssocID="{B4A3E032-D261-4927-81B7-A5B70781D68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76297A1A-F2FA-4D2E-963C-8054A776E3BA}" type="pres">
      <dgm:prSet presAssocID="{B4A3E032-D261-4927-81B7-A5B70781D689}" presName="spaceRect" presStyleCnt="0"/>
      <dgm:spPr/>
    </dgm:pt>
    <dgm:pt modelId="{AE9ED518-3944-4554-8E67-66CDD09F59B0}" type="pres">
      <dgm:prSet presAssocID="{B4A3E032-D261-4927-81B7-A5B70781D689}" presName="textRect" presStyleLbl="revTx" presStyleIdx="0" presStyleCnt="6">
        <dgm:presLayoutVars>
          <dgm:chMax val="1"/>
          <dgm:chPref val="1"/>
        </dgm:presLayoutVars>
      </dgm:prSet>
      <dgm:spPr/>
    </dgm:pt>
    <dgm:pt modelId="{45DBE92F-424A-44E1-8E02-B3C9393FF9CA}" type="pres">
      <dgm:prSet presAssocID="{AED6A15D-6308-4EAE-98F6-5A80872F8360}" presName="sibTrans" presStyleLbl="sibTrans2D1" presStyleIdx="0" presStyleCnt="0"/>
      <dgm:spPr/>
    </dgm:pt>
    <dgm:pt modelId="{15B15EE4-592D-41B4-87A9-D60670CA2D70}" type="pres">
      <dgm:prSet presAssocID="{2FCC96FB-3E0F-4DC6-92FC-966F77086C4D}" presName="compNode" presStyleCnt="0"/>
      <dgm:spPr/>
    </dgm:pt>
    <dgm:pt modelId="{6B6CBA70-95DC-4833-8508-10F0663FCE5F}" type="pres">
      <dgm:prSet presAssocID="{2FCC96FB-3E0F-4DC6-92FC-966F77086C4D}" presName="iconBgRect" presStyleLbl="bgShp" presStyleIdx="1" presStyleCnt="6"/>
      <dgm:spPr/>
    </dgm:pt>
    <dgm:pt modelId="{791EE02C-DF2C-47DA-81F5-6F750B0B3E06}" type="pres">
      <dgm:prSet presAssocID="{2FCC96FB-3E0F-4DC6-92FC-966F77086C4D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4FEF3DE7-E05C-489E-A7F7-D113C26BB237}" type="pres">
      <dgm:prSet presAssocID="{2FCC96FB-3E0F-4DC6-92FC-966F77086C4D}" presName="spaceRect" presStyleCnt="0"/>
      <dgm:spPr/>
    </dgm:pt>
    <dgm:pt modelId="{3E39D587-E556-4D63-BB48-D6B1BD119113}" type="pres">
      <dgm:prSet presAssocID="{2FCC96FB-3E0F-4DC6-92FC-966F77086C4D}" presName="textRect" presStyleLbl="revTx" presStyleIdx="1" presStyleCnt="6">
        <dgm:presLayoutVars>
          <dgm:chMax val="1"/>
          <dgm:chPref val="1"/>
        </dgm:presLayoutVars>
      </dgm:prSet>
      <dgm:spPr/>
    </dgm:pt>
    <dgm:pt modelId="{62DAB69C-3D7D-4964-8ADC-BECEB4F9128A}" type="pres">
      <dgm:prSet presAssocID="{8583D066-2EBA-4A3E-A1ED-FAFD923B10AC}" presName="sibTrans" presStyleLbl="sibTrans2D1" presStyleIdx="0" presStyleCnt="0"/>
      <dgm:spPr/>
    </dgm:pt>
    <dgm:pt modelId="{5E4A9D64-48BB-43E5-A12A-29EB4CDFF724}" type="pres">
      <dgm:prSet presAssocID="{1F386E97-BFB2-4EE3-B17A-6595B226E1A1}" presName="compNode" presStyleCnt="0"/>
      <dgm:spPr/>
    </dgm:pt>
    <dgm:pt modelId="{535C5E43-91EA-439E-98EE-D767EDCDFB1C}" type="pres">
      <dgm:prSet presAssocID="{1F386E97-BFB2-4EE3-B17A-6595B226E1A1}" presName="iconBgRect" presStyleLbl="bgShp" presStyleIdx="2" presStyleCnt="6"/>
      <dgm:spPr/>
    </dgm:pt>
    <dgm:pt modelId="{51D1D228-6E3A-456F-87F1-4E05C0AA9DC1}" type="pres">
      <dgm:prSet presAssocID="{1F386E97-BFB2-4EE3-B17A-6595B226E1A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DF5D29D-1997-4F52-880F-7E804E60FD17}" type="pres">
      <dgm:prSet presAssocID="{1F386E97-BFB2-4EE3-B17A-6595B226E1A1}" presName="spaceRect" presStyleCnt="0"/>
      <dgm:spPr/>
    </dgm:pt>
    <dgm:pt modelId="{2CF867AF-44B1-46CF-8B1F-22D92E464EEB}" type="pres">
      <dgm:prSet presAssocID="{1F386E97-BFB2-4EE3-B17A-6595B226E1A1}" presName="textRect" presStyleLbl="revTx" presStyleIdx="2" presStyleCnt="6">
        <dgm:presLayoutVars>
          <dgm:chMax val="1"/>
          <dgm:chPref val="1"/>
        </dgm:presLayoutVars>
      </dgm:prSet>
      <dgm:spPr/>
    </dgm:pt>
    <dgm:pt modelId="{898D3449-33ED-436B-8C78-3ED65789881C}" type="pres">
      <dgm:prSet presAssocID="{204997A9-62B2-49E4-9630-6D837D787B81}" presName="sibTrans" presStyleLbl="sibTrans2D1" presStyleIdx="0" presStyleCnt="0"/>
      <dgm:spPr/>
    </dgm:pt>
    <dgm:pt modelId="{EB557A39-D870-424A-9DB5-7CEF29D98F40}" type="pres">
      <dgm:prSet presAssocID="{3D12E23D-F74D-425F-B5C8-C9BE5F784C7C}" presName="compNode" presStyleCnt="0"/>
      <dgm:spPr/>
    </dgm:pt>
    <dgm:pt modelId="{606A1C4B-4081-43D2-92AD-9110F2DA2C88}" type="pres">
      <dgm:prSet presAssocID="{3D12E23D-F74D-425F-B5C8-C9BE5F784C7C}" presName="iconBgRect" presStyleLbl="bgShp" presStyleIdx="3" presStyleCnt="6"/>
      <dgm:spPr/>
    </dgm:pt>
    <dgm:pt modelId="{9D4A2B02-8E6F-410B-A539-8AD233606A20}" type="pres">
      <dgm:prSet presAssocID="{3D12E23D-F74D-425F-B5C8-C9BE5F784C7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raser"/>
        </a:ext>
      </dgm:extLst>
    </dgm:pt>
    <dgm:pt modelId="{F8F54FF8-F1BA-4D0B-8414-835EE8669512}" type="pres">
      <dgm:prSet presAssocID="{3D12E23D-F74D-425F-B5C8-C9BE5F784C7C}" presName="spaceRect" presStyleCnt="0"/>
      <dgm:spPr/>
    </dgm:pt>
    <dgm:pt modelId="{1C30E143-3E87-4266-B9A7-317C28550E86}" type="pres">
      <dgm:prSet presAssocID="{3D12E23D-F74D-425F-B5C8-C9BE5F784C7C}" presName="textRect" presStyleLbl="revTx" presStyleIdx="3" presStyleCnt="6">
        <dgm:presLayoutVars>
          <dgm:chMax val="1"/>
          <dgm:chPref val="1"/>
        </dgm:presLayoutVars>
      </dgm:prSet>
      <dgm:spPr/>
    </dgm:pt>
    <dgm:pt modelId="{B8B3B203-E914-47F9-B833-FDA2597E4C55}" type="pres">
      <dgm:prSet presAssocID="{080B2171-D51A-48FB-B4C1-60ABDA135E31}" presName="sibTrans" presStyleLbl="sibTrans2D1" presStyleIdx="0" presStyleCnt="0"/>
      <dgm:spPr/>
    </dgm:pt>
    <dgm:pt modelId="{75D17CF3-018E-468F-8F78-A4B94573BDB3}" type="pres">
      <dgm:prSet presAssocID="{28EB7CF0-6143-4DFA-839A-5200F7E35558}" presName="compNode" presStyleCnt="0"/>
      <dgm:spPr/>
    </dgm:pt>
    <dgm:pt modelId="{3CB09CED-DF63-404C-9429-FB41DDCAFB68}" type="pres">
      <dgm:prSet presAssocID="{28EB7CF0-6143-4DFA-839A-5200F7E35558}" presName="iconBgRect" presStyleLbl="bgShp" presStyleIdx="4" presStyleCnt="6"/>
      <dgm:spPr/>
    </dgm:pt>
    <dgm:pt modelId="{BB540B99-7692-4119-AEEB-75AF3A9C249D}" type="pres">
      <dgm:prSet presAssocID="{28EB7CF0-6143-4DFA-839A-5200F7E35558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FE72C81B-DC30-4ED2-B6F4-E3539B3B5C14}" type="pres">
      <dgm:prSet presAssocID="{28EB7CF0-6143-4DFA-839A-5200F7E35558}" presName="spaceRect" presStyleCnt="0"/>
      <dgm:spPr/>
    </dgm:pt>
    <dgm:pt modelId="{A48CC681-D828-407D-A2B9-886CE5F0CB2A}" type="pres">
      <dgm:prSet presAssocID="{28EB7CF0-6143-4DFA-839A-5200F7E35558}" presName="textRect" presStyleLbl="revTx" presStyleIdx="4" presStyleCnt="6">
        <dgm:presLayoutVars>
          <dgm:chMax val="1"/>
          <dgm:chPref val="1"/>
        </dgm:presLayoutVars>
      </dgm:prSet>
      <dgm:spPr/>
    </dgm:pt>
    <dgm:pt modelId="{3BD1D090-39FB-491A-BD05-53BC88A43132}" type="pres">
      <dgm:prSet presAssocID="{EB52AA0F-6FF7-40DC-AF88-D8F2371D56FC}" presName="sibTrans" presStyleLbl="sibTrans2D1" presStyleIdx="0" presStyleCnt="0"/>
      <dgm:spPr/>
    </dgm:pt>
    <dgm:pt modelId="{D3CE8AEB-C35E-46D9-BC3F-CF4747F1C504}" type="pres">
      <dgm:prSet presAssocID="{3340139E-F1C6-4F06-B3DD-5A03035ADED9}" presName="compNode" presStyleCnt="0"/>
      <dgm:spPr/>
    </dgm:pt>
    <dgm:pt modelId="{2CCCAA74-53B2-4451-B8C1-A9C9D69BD12E}" type="pres">
      <dgm:prSet presAssocID="{3340139E-F1C6-4F06-B3DD-5A03035ADED9}" presName="iconBgRect" presStyleLbl="bgShp" presStyleIdx="5" presStyleCnt="6"/>
      <dgm:spPr/>
    </dgm:pt>
    <dgm:pt modelId="{EA7F821A-F227-4219-BE9C-EAB9775A028E}" type="pres">
      <dgm:prSet presAssocID="{3340139E-F1C6-4F06-B3DD-5A03035ADED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F85BE5FD-8665-406B-8D11-EF2C09AAD9E7}" type="pres">
      <dgm:prSet presAssocID="{3340139E-F1C6-4F06-B3DD-5A03035ADED9}" presName="spaceRect" presStyleCnt="0"/>
      <dgm:spPr/>
    </dgm:pt>
    <dgm:pt modelId="{9435978B-3205-4D01-8EEA-A3CCD5800443}" type="pres">
      <dgm:prSet presAssocID="{3340139E-F1C6-4F06-B3DD-5A03035ADED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CAF3FE19-5473-4D24-AAFB-46C5ADF7DFF8}" type="presOf" srcId="{204997A9-62B2-49E4-9630-6D837D787B81}" destId="{898D3449-33ED-436B-8C78-3ED65789881C}" srcOrd="0" destOrd="0" presId="urn:microsoft.com/office/officeart/2018/2/layout/IconCircleList"/>
    <dgm:cxn modelId="{36D36E34-9341-4EEC-8F0C-D9DB688DFF99}" type="presOf" srcId="{28EB7CF0-6143-4DFA-839A-5200F7E35558}" destId="{A48CC681-D828-407D-A2B9-886CE5F0CB2A}" srcOrd="0" destOrd="0" presId="urn:microsoft.com/office/officeart/2018/2/layout/IconCircleList"/>
    <dgm:cxn modelId="{88E0AE3C-3B1C-47D5-ABC6-96B5AD7BDA2C}" type="presOf" srcId="{3D12E23D-F74D-425F-B5C8-C9BE5F784C7C}" destId="{1C30E143-3E87-4266-B9A7-317C28550E86}" srcOrd="0" destOrd="0" presId="urn:microsoft.com/office/officeart/2018/2/layout/IconCircleList"/>
    <dgm:cxn modelId="{7EDE8E3D-68E4-43B2-9D76-967AFB8FAF41}" type="presOf" srcId="{AED6A15D-6308-4EAE-98F6-5A80872F8360}" destId="{45DBE92F-424A-44E1-8E02-B3C9393FF9CA}" srcOrd="0" destOrd="0" presId="urn:microsoft.com/office/officeart/2018/2/layout/IconCircleList"/>
    <dgm:cxn modelId="{99866A48-98E9-484A-B537-3A2371A4C661}" srcId="{A10AC5A4-62BC-48A1-BCD7-BACA2C749400}" destId="{3D12E23D-F74D-425F-B5C8-C9BE5F784C7C}" srcOrd="3" destOrd="0" parTransId="{BD9CFE61-CE8C-401B-BC8D-03EECD14BC11}" sibTransId="{080B2171-D51A-48FB-B4C1-60ABDA135E31}"/>
    <dgm:cxn modelId="{1BA5B553-B4ED-414B-B852-BB2295F395F2}" srcId="{A10AC5A4-62BC-48A1-BCD7-BACA2C749400}" destId="{B4A3E032-D261-4927-81B7-A5B70781D689}" srcOrd="0" destOrd="0" parTransId="{F6B8EED8-8DA6-40EA-BFB3-74FCEE15FF64}" sibTransId="{AED6A15D-6308-4EAE-98F6-5A80872F8360}"/>
    <dgm:cxn modelId="{8AFB9C58-7962-4A0B-930E-746271238616}" srcId="{A10AC5A4-62BC-48A1-BCD7-BACA2C749400}" destId="{2FCC96FB-3E0F-4DC6-92FC-966F77086C4D}" srcOrd="1" destOrd="0" parTransId="{8DED74EC-6F8E-43F1-90EC-0B505EE516AD}" sibTransId="{8583D066-2EBA-4A3E-A1ED-FAFD923B10AC}"/>
    <dgm:cxn modelId="{EFD4B488-4501-40A4-A485-9BD65FEDB894}" srcId="{A10AC5A4-62BC-48A1-BCD7-BACA2C749400}" destId="{3340139E-F1C6-4F06-B3DD-5A03035ADED9}" srcOrd="5" destOrd="0" parTransId="{0747B0F1-DA2D-47D6-B3B0-3C3C0B724F42}" sibTransId="{F4782D96-6C2D-4DEA-AEA5-C6313B95D40A}"/>
    <dgm:cxn modelId="{83135C95-6B24-460F-84C4-F0C52CE4140B}" type="presOf" srcId="{B4A3E032-D261-4927-81B7-A5B70781D689}" destId="{AE9ED518-3944-4554-8E67-66CDD09F59B0}" srcOrd="0" destOrd="0" presId="urn:microsoft.com/office/officeart/2018/2/layout/IconCircleList"/>
    <dgm:cxn modelId="{294B4597-EF89-479A-BC3D-E80D6C53E4C0}" type="presOf" srcId="{3340139E-F1C6-4F06-B3DD-5A03035ADED9}" destId="{9435978B-3205-4D01-8EEA-A3CCD5800443}" srcOrd="0" destOrd="0" presId="urn:microsoft.com/office/officeart/2018/2/layout/IconCircleList"/>
    <dgm:cxn modelId="{F1A204AD-A28C-4CB2-8F2E-50C8EB59B8D4}" srcId="{A10AC5A4-62BC-48A1-BCD7-BACA2C749400}" destId="{1F386E97-BFB2-4EE3-B17A-6595B226E1A1}" srcOrd="2" destOrd="0" parTransId="{94F92F06-19D6-407B-A098-CC1BBF6244AF}" sibTransId="{204997A9-62B2-49E4-9630-6D837D787B81}"/>
    <dgm:cxn modelId="{834786AD-2AC0-4B71-B313-583425B9EDE6}" type="presOf" srcId="{A10AC5A4-62BC-48A1-BCD7-BACA2C749400}" destId="{ED22B036-3EBF-415D-8970-0A809C29FCC2}" srcOrd="0" destOrd="0" presId="urn:microsoft.com/office/officeart/2018/2/layout/IconCircleList"/>
    <dgm:cxn modelId="{934C98B6-13CD-4DDF-8578-968D87B74087}" type="presOf" srcId="{2FCC96FB-3E0F-4DC6-92FC-966F77086C4D}" destId="{3E39D587-E556-4D63-BB48-D6B1BD119113}" srcOrd="0" destOrd="0" presId="urn:microsoft.com/office/officeart/2018/2/layout/IconCircleList"/>
    <dgm:cxn modelId="{2B3B6FB9-0AA6-49F2-9E18-2239E64F6D10}" type="presOf" srcId="{080B2171-D51A-48FB-B4C1-60ABDA135E31}" destId="{B8B3B203-E914-47F9-B833-FDA2597E4C55}" srcOrd="0" destOrd="0" presId="urn:microsoft.com/office/officeart/2018/2/layout/IconCircleList"/>
    <dgm:cxn modelId="{0ABF44D7-32DC-4C25-B5F1-338A4AADC514}" type="presOf" srcId="{8583D066-2EBA-4A3E-A1ED-FAFD923B10AC}" destId="{62DAB69C-3D7D-4964-8ADC-BECEB4F9128A}" srcOrd="0" destOrd="0" presId="urn:microsoft.com/office/officeart/2018/2/layout/IconCircleList"/>
    <dgm:cxn modelId="{E03253EA-3BF8-4780-9D8F-F2F064109660}" srcId="{A10AC5A4-62BC-48A1-BCD7-BACA2C749400}" destId="{28EB7CF0-6143-4DFA-839A-5200F7E35558}" srcOrd="4" destOrd="0" parTransId="{347BB3FB-61C1-4E80-AFCB-3EE70522AA20}" sibTransId="{EB52AA0F-6FF7-40DC-AF88-D8F2371D56FC}"/>
    <dgm:cxn modelId="{8C30E5FC-793A-44BC-9A85-8FB8A62E6D7E}" type="presOf" srcId="{1F386E97-BFB2-4EE3-B17A-6595B226E1A1}" destId="{2CF867AF-44B1-46CF-8B1F-22D92E464EEB}" srcOrd="0" destOrd="0" presId="urn:microsoft.com/office/officeart/2018/2/layout/IconCircleList"/>
    <dgm:cxn modelId="{66B8C9FD-4A76-4BEF-9084-3BE8602EF459}" type="presOf" srcId="{EB52AA0F-6FF7-40DC-AF88-D8F2371D56FC}" destId="{3BD1D090-39FB-491A-BD05-53BC88A43132}" srcOrd="0" destOrd="0" presId="urn:microsoft.com/office/officeart/2018/2/layout/IconCircleList"/>
    <dgm:cxn modelId="{C9E9C4F9-97D4-49A9-B2AF-AD4873A4FC3E}" type="presParOf" srcId="{ED22B036-3EBF-415D-8970-0A809C29FCC2}" destId="{DEAA6092-57B3-42EB-9CF9-DA15F4A6F956}" srcOrd="0" destOrd="0" presId="urn:microsoft.com/office/officeart/2018/2/layout/IconCircleList"/>
    <dgm:cxn modelId="{A454A07B-8155-4E82-9E27-EC58737EDC0F}" type="presParOf" srcId="{DEAA6092-57B3-42EB-9CF9-DA15F4A6F956}" destId="{3E0E24D0-CF3C-4AA2-B868-0BDE9781DF47}" srcOrd="0" destOrd="0" presId="urn:microsoft.com/office/officeart/2018/2/layout/IconCircleList"/>
    <dgm:cxn modelId="{0015B91D-6BA6-4393-A820-005D0EBF8BAF}" type="presParOf" srcId="{3E0E24D0-CF3C-4AA2-B868-0BDE9781DF47}" destId="{C894C377-8E50-4F25-953A-0ACA1FD4A99B}" srcOrd="0" destOrd="0" presId="urn:microsoft.com/office/officeart/2018/2/layout/IconCircleList"/>
    <dgm:cxn modelId="{75308B6D-2914-49C4-AF91-CA941F170973}" type="presParOf" srcId="{3E0E24D0-CF3C-4AA2-B868-0BDE9781DF47}" destId="{65CE6C28-812A-4895-8331-4A60CF67DCE3}" srcOrd="1" destOrd="0" presId="urn:microsoft.com/office/officeart/2018/2/layout/IconCircleList"/>
    <dgm:cxn modelId="{8A917868-7A10-462F-95C6-CABDF30931E3}" type="presParOf" srcId="{3E0E24D0-CF3C-4AA2-B868-0BDE9781DF47}" destId="{76297A1A-F2FA-4D2E-963C-8054A776E3BA}" srcOrd="2" destOrd="0" presId="urn:microsoft.com/office/officeart/2018/2/layout/IconCircleList"/>
    <dgm:cxn modelId="{85AE908B-DFC7-4101-8093-B66A548B1EE5}" type="presParOf" srcId="{3E0E24D0-CF3C-4AA2-B868-0BDE9781DF47}" destId="{AE9ED518-3944-4554-8E67-66CDD09F59B0}" srcOrd="3" destOrd="0" presId="urn:microsoft.com/office/officeart/2018/2/layout/IconCircleList"/>
    <dgm:cxn modelId="{60BBF599-E4AE-4D5D-88E0-B7CA01468918}" type="presParOf" srcId="{DEAA6092-57B3-42EB-9CF9-DA15F4A6F956}" destId="{45DBE92F-424A-44E1-8E02-B3C9393FF9CA}" srcOrd="1" destOrd="0" presId="urn:microsoft.com/office/officeart/2018/2/layout/IconCircleList"/>
    <dgm:cxn modelId="{FC69C331-0BF5-4254-B01D-DCB51CD80507}" type="presParOf" srcId="{DEAA6092-57B3-42EB-9CF9-DA15F4A6F956}" destId="{15B15EE4-592D-41B4-87A9-D60670CA2D70}" srcOrd="2" destOrd="0" presId="urn:microsoft.com/office/officeart/2018/2/layout/IconCircleList"/>
    <dgm:cxn modelId="{E127BF46-49D0-4D2C-B85D-AD90C295B58C}" type="presParOf" srcId="{15B15EE4-592D-41B4-87A9-D60670CA2D70}" destId="{6B6CBA70-95DC-4833-8508-10F0663FCE5F}" srcOrd="0" destOrd="0" presId="urn:microsoft.com/office/officeart/2018/2/layout/IconCircleList"/>
    <dgm:cxn modelId="{5D2B564F-94A6-465B-AA32-5357664D52B8}" type="presParOf" srcId="{15B15EE4-592D-41B4-87A9-D60670CA2D70}" destId="{791EE02C-DF2C-47DA-81F5-6F750B0B3E06}" srcOrd="1" destOrd="0" presId="urn:microsoft.com/office/officeart/2018/2/layout/IconCircleList"/>
    <dgm:cxn modelId="{8670FFB5-139E-4DF1-B35D-13991FE00AAC}" type="presParOf" srcId="{15B15EE4-592D-41B4-87A9-D60670CA2D70}" destId="{4FEF3DE7-E05C-489E-A7F7-D113C26BB237}" srcOrd="2" destOrd="0" presId="urn:microsoft.com/office/officeart/2018/2/layout/IconCircleList"/>
    <dgm:cxn modelId="{F4399221-DD5F-48EB-8B0C-81186A3293FF}" type="presParOf" srcId="{15B15EE4-592D-41B4-87A9-D60670CA2D70}" destId="{3E39D587-E556-4D63-BB48-D6B1BD119113}" srcOrd="3" destOrd="0" presId="urn:microsoft.com/office/officeart/2018/2/layout/IconCircleList"/>
    <dgm:cxn modelId="{F84D9C85-D935-4C12-82D0-015106125D5A}" type="presParOf" srcId="{DEAA6092-57B3-42EB-9CF9-DA15F4A6F956}" destId="{62DAB69C-3D7D-4964-8ADC-BECEB4F9128A}" srcOrd="3" destOrd="0" presId="urn:microsoft.com/office/officeart/2018/2/layout/IconCircleList"/>
    <dgm:cxn modelId="{ADAEC6F2-7E11-433F-94C2-DCE0182893A7}" type="presParOf" srcId="{DEAA6092-57B3-42EB-9CF9-DA15F4A6F956}" destId="{5E4A9D64-48BB-43E5-A12A-29EB4CDFF724}" srcOrd="4" destOrd="0" presId="urn:microsoft.com/office/officeart/2018/2/layout/IconCircleList"/>
    <dgm:cxn modelId="{7B60F4A7-742D-4256-BD13-015A4908E56F}" type="presParOf" srcId="{5E4A9D64-48BB-43E5-A12A-29EB4CDFF724}" destId="{535C5E43-91EA-439E-98EE-D767EDCDFB1C}" srcOrd="0" destOrd="0" presId="urn:microsoft.com/office/officeart/2018/2/layout/IconCircleList"/>
    <dgm:cxn modelId="{413EDFDE-699D-4AF1-8BF5-2372CAF77830}" type="presParOf" srcId="{5E4A9D64-48BB-43E5-A12A-29EB4CDFF724}" destId="{51D1D228-6E3A-456F-87F1-4E05C0AA9DC1}" srcOrd="1" destOrd="0" presId="urn:microsoft.com/office/officeart/2018/2/layout/IconCircleList"/>
    <dgm:cxn modelId="{B15A6BC8-974F-4BA1-A9DB-29D4DD7D9846}" type="presParOf" srcId="{5E4A9D64-48BB-43E5-A12A-29EB4CDFF724}" destId="{0DF5D29D-1997-4F52-880F-7E804E60FD17}" srcOrd="2" destOrd="0" presId="urn:microsoft.com/office/officeart/2018/2/layout/IconCircleList"/>
    <dgm:cxn modelId="{81601126-7BC4-448C-AAF9-4A7CDD96B566}" type="presParOf" srcId="{5E4A9D64-48BB-43E5-A12A-29EB4CDFF724}" destId="{2CF867AF-44B1-46CF-8B1F-22D92E464EEB}" srcOrd="3" destOrd="0" presId="urn:microsoft.com/office/officeart/2018/2/layout/IconCircleList"/>
    <dgm:cxn modelId="{2E6A97D1-C200-4EA7-8C47-3A5A6EB3C41E}" type="presParOf" srcId="{DEAA6092-57B3-42EB-9CF9-DA15F4A6F956}" destId="{898D3449-33ED-436B-8C78-3ED65789881C}" srcOrd="5" destOrd="0" presId="urn:microsoft.com/office/officeart/2018/2/layout/IconCircleList"/>
    <dgm:cxn modelId="{7B384FC5-BD88-43BF-A149-3931B2BEAB80}" type="presParOf" srcId="{DEAA6092-57B3-42EB-9CF9-DA15F4A6F956}" destId="{EB557A39-D870-424A-9DB5-7CEF29D98F40}" srcOrd="6" destOrd="0" presId="urn:microsoft.com/office/officeart/2018/2/layout/IconCircleList"/>
    <dgm:cxn modelId="{38A1699D-2C84-4552-9F49-8E6B616484E7}" type="presParOf" srcId="{EB557A39-D870-424A-9DB5-7CEF29D98F40}" destId="{606A1C4B-4081-43D2-92AD-9110F2DA2C88}" srcOrd="0" destOrd="0" presId="urn:microsoft.com/office/officeart/2018/2/layout/IconCircleList"/>
    <dgm:cxn modelId="{7BD759F4-EEAD-4A33-88DB-AA76041A5A80}" type="presParOf" srcId="{EB557A39-D870-424A-9DB5-7CEF29D98F40}" destId="{9D4A2B02-8E6F-410B-A539-8AD233606A20}" srcOrd="1" destOrd="0" presId="urn:microsoft.com/office/officeart/2018/2/layout/IconCircleList"/>
    <dgm:cxn modelId="{8CDF301A-9513-4CDA-9DA1-1F045871F150}" type="presParOf" srcId="{EB557A39-D870-424A-9DB5-7CEF29D98F40}" destId="{F8F54FF8-F1BA-4D0B-8414-835EE8669512}" srcOrd="2" destOrd="0" presId="urn:microsoft.com/office/officeart/2018/2/layout/IconCircleList"/>
    <dgm:cxn modelId="{B3A322D7-3403-4DB6-91DE-1FC2BC4B032C}" type="presParOf" srcId="{EB557A39-D870-424A-9DB5-7CEF29D98F40}" destId="{1C30E143-3E87-4266-B9A7-317C28550E86}" srcOrd="3" destOrd="0" presId="urn:microsoft.com/office/officeart/2018/2/layout/IconCircleList"/>
    <dgm:cxn modelId="{59D81069-CC55-4CBA-983A-FAB2FF62AFD7}" type="presParOf" srcId="{DEAA6092-57B3-42EB-9CF9-DA15F4A6F956}" destId="{B8B3B203-E914-47F9-B833-FDA2597E4C55}" srcOrd="7" destOrd="0" presId="urn:microsoft.com/office/officeart/2018/2/layout/IconCircleList"/>
    <dgm:cxn modelId="{13A0E940-E776-4917-98B4-45967AFCA167}" type="presParOf" srcId="{DEAA6092-57B3-42EB-9CF9-DA15F4A6F956}" destId="{75D17CF3-018E-468F-8F78-A4B94573BDB3}" srcOrd="8" destOrd="0" presId="urn:microsoft.com/office/officeart/2018/2/layout/IconCircleList"/>
    <dgm:cxn modelId="{8F92BA2B-07A1-49DA-A416-83E18F10BDAD}" type="presParOf" srcId="{75D17CF3-018E-468F-8F78-A4B94573BDB3}" destId="{3CB09CED-DF63-404C-9429-FB41DDCAFB68}" srcOrd="0" destOrd="0" presId="urn:microsoft.com/office/officeart/2018/2/layout/IconCircleList"/>
    <dgm:cxn modelId="{6B5A26EC-BB9E-4EA6-88FD-1961EAA5D5F0}" type="presParOf" srcId="{75D17CF3-018E-468F-8F78-A4B94573BDB3}" destId="{BB540B99-7692-4119-AEEB-75AF3A9C249D}" srcOrd="1" destOrd="0" presId="urn:microsoft.com/office/officeart/2018/2/layout/IconCircleList"/>
    <dgm:cxn modelId="{B7C09088-D33D-4D61-9711-EACDC495D474}" type="presParOf" srcId="{75D17CF3-018E-468F-8F78-A4B94573BDB3}" destId="{FE72C81B-DC30-4ED2-B6F4-E3539B3B5C14}" srcOrd="2" destOrd="0" presId="urn:microsoft.com/office/officeart/2018/2/layout/IconCircleList"/>
    <dgm:cxn modelId="{CD81D194-0C21-4BB4-A57D-2281F086A8A0}" type="presParOf" srcId="{75D17CF3-018E-468F-8F78-A4B94573BDB3}" destId="{A48CC681-D828-407D-A2B9-886CE5F0CB2A}" srcOrd="3" destOrd="0" presId="urn:microsoft.com/office/officeart/2018/2/layout/IconCircleList"/>
    <dgm:cxn modelId="{9D60BD21-A0B6-4D88-B813-3615191B1724}" type="presParOf" srcId="{DEAA6092-57B3-42EB-9CF9-DA15F4A6F956}" destId="{3BD1D090-39FB-491A-BD05-53BC88A43132}" srcOrd="9" destOrd="0" presId="urn:microsoft.com/office/officeart/2018/2/layout/IconCircleList"/>
    <dgm:cxn modelId="{4555758E-26BF-4641-81E8-9B73477DBEDB}" type="presParOf" srcId="{DEAA6092-57B3-42EB-9CF9-DA15F4A6F956}" destId="{D3CE8AEB-C35E-46D9-BC3F-CF4747F1C504}" srcOrd="10" destOrd="0" presId="urn:microsoft.com/office/officeart/2018/2/layout/IconCircleList"/>
    <dgm:cxn modelId="{A7F0E7EE-468A-4649-AC05-06048B629B84}" type="presParOf" srcId="{D3CE8AEB-C35E-46D9-BC3F-CF4747F1C504}" destId="{2CCCAA74-53B2-4451-B8C1-A9C9D69BD12E}" srcOrd="0" destOrd="0" presId="urn:microsoft.com/office/officeart/2018/2/layout/IconCircleList"/>
    <dgm:cxn modelId="{BC0D4583-AE2C-4CB2-B173-87D5D273F38C}" type="presParOf" srcId="{D3CE8AEB-C35E-46D9-BC3F-CF4747F1C504}" destId="{EA7F821A-F227-4219-BE9C-EAB9775A028E}" srcOrd="1" destOrd="0" presId="urn:microsoft.com/office/officeart/2018/2/layout/IconCircleList"/>
    <dgm:cxn modelId="{102A6E03-ECF1-404F-A459-C5E619C28192}" type="presParOf" srcId="{D3CE8AEB-C35E-46D9-BC3F-CF4747F1C504}" destId="{F85BE5FD-8665-406B-8D11-EF2C09AAD9E7}" srcOrd="2" destOrd="0" presId="urn:microsoft.com/office/officeart/2018/2/layout/IconCircleList"/>
    <dgm:cxn modelId="{C3C20C2D-A46E-43D0-949E-28A2708C1D37}" type="presParOf" srcId="{D3CE8AEB-C35E-46D9-BC3F-CF4747F1C504}" destId="{9435978B-3205-4D01-8EEA-A3CCD580044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D6183E4-B5D6-4BFA-870A-740D2265640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6E3D53-8EDF-4804-AF7E-90441127A5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MERN Stack is widely used in modern web development.</a:t>
          </a:r>
        </a:p>
      </dgm:t>
    </dgm:pt>
    <dgm:pt modelId="{C70DA571-6F89-41A7-9E94-9AA50A1F1DEC}" type="parTrans" cxnId="{2484C3D3-3F10-42DF-9289-BED6E4D93EA4}">
      <dgm:prSet/>
      <dgm:spPr/>
      <dgm:t>
        <a:bodyPr/>
        <a:lstStyle/>
        <a:p>
          <a:endParaRPr lang="en-US"/>
        </a:p>
      </dgm:t>
    </dgm:pt>
    <dgm:pt modelId="{AB431DF9-73B5-4028-808D-660B1F824844}" type="sibTrans" cxnId="{2484C3D3-3F10-42DF-9289-BED6E4D93EA4}">
      <dgm:prSet/>
      <dgm:spPr/>
      <dgm:t>
        <a:bodyPr/>
        <a:lstStyle/>
        <a:p>
          <a:endParaRPr lang="en-US"/>
        </a:p>
      </dgm:t>
    </dgm:pt>
    <dgm:pt modelId="{FA21F4C0-1E3E-46ED-ACB9-CC9ADC6C6D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It is suitable for startups and enterprise-level projects.</a:t>
          </a:r>
        </a:p>
      </dgm:t>
    </dgm:pt>
    <dgm:pt modelId="{BB859F4D-EB04-4063-81FE-CCF0B236107F}" type="parTrans" cxnId="{DF40378D-93F5-4D16-AD36-AEF9B2D44009}">
      <dgm:prSet/>
      <dgm:spPr/>
      <dgm:t>
        <a:bodyPr/>
        <a:lstStyle/>
        <a:p>
          <a:endParaRPr lang="en-US"/>
        </a:p>
      </dgm:t>
    </dgm:pt>
    <dgm:pt modelId="{3510C0B5-ECE4-46D9-84E1-BA21B749F209}" type="sibTrans" cxnId="{DF40378D-93F5-4D16-AD36-AEF9B2D44009}">
      <dgm:prSet/>
      <dgm:spPr/>
      <dgm:t>
        <a:bodyPr/>
        <a:lstStyle/>
        <a:p>
          <a:endParaRPr lang="en-US"/>
        </a:p>
      </dgm:t>
    </dgm:pt>
    <dgm:pt modelId="{52F28FE2-7F6E-4D39-87B1-B4EF1D8202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Learning MERN Stack helped me understand full stack development.</a:t>
          </a:r>
        </a:p>
      </dgm:t>
    </dgm:pt>
    <dgm:pt modelId="{FB8A33F8-DBE1-4B27-A5C2-F350002B9F34}" type="parTrans" cxnId="{A1079E3B-4356-473F-BF4B-53456D158FD9}">
      <dgm:prSet/>
      <dgm:spPr/>
      <dgm:t>
        <a:bodyPr/>
        <a:lstStyle/>
        <a:p>
          <a:endParaRPr lang="en-US"/>
        </a:p>
      </dgm:t>
    </dgm:pt>
    <dgm:pt modelId="{BC124A8B-541C-4AF4-94AC-867F86C34F75}" type="sibTrans" cxnId="{A1079E3B-4356-473F-BF4B-53456D158FD9}">
      <dgm:prSet/>
      <dgm:spPr/>
      <dgm:t>
        <a:bodyPr/>
        <a:lstStyle/>
        <a:p>
          <a:endParaRPr lang="en-US"/>
        </a:p>
      </dgm:t>
    </dgm:pt>
    <dgm:pt modelId="{490A7DF6-388F-4DD0-B723-71A7C73347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It improved my knowledge of frontend, backend, and database integration</a:t>
          </a:r>
        </a:p>
      </dgm:t>
    </dgm:pt>
    <dgm:pt modelId="{6C213558-DE33-4FCB-A81C-E705263E6F71}" type="parTrans" cxnId="{FD741955-A304-41F0-A7D1-0AE1E6A5B024}">
      <dgm:prSet/>
      <dgm:spPr/>
      <dgm:t>
        <a:bodyPr/>
        <a:lstStyle/>
        <a:p>
          <a:endParaRPr lang="en-US"/>
        </a:p>
      </dgm:t>
    </dgm:pt>
    <dgm:pt modelId="{33C88FA8-0BE8-4619-BF43-90F179C12F9E}" type="sibTrans" cxnId="{FD741955-A304-41F0-A7D1-0AE1E6A5B024}">
      <dgm:prSet/>
      <dgm:spPr/>
      <dgm:t>
        <a:bodyPr/>
        <a:lstStyle/>
        <a:p>
          <a:endParaRPr lang="en-US"/>
        </a:p>
      </dgm:t>
    </dgm:pt>
    <dgm:pt modelId="{04B5A538-E6AB-4ABE-BBA7-E0751818F4B1}" type="pres">
      <dgm:prSet presAssocID="{8D6183E4-B5D6-4BFA-870A-740D2265640C}" presName="root" presStyleCnt="0">
        <dgm:presLayoutVars>
          <dgm:dir/>
          <dgm:resizeHandles val="exact"/>
        </dgm:presLayoutVars>
      </dgm:prSet>
      <dgm:spPr/>
    </dgm:pt>
    <dgm:pt modelId="{7FC021E6-0465-468B-9B4D-22CA14950A16}" type="pres">
      <dgm:prSet presAssocID="{1E6E3D53-8EDF-4804-AF7E-90441127A5C4}" presName="compNode" presStyleCnt="0"/>
      <dgm:spPr/>
    </dgm:pt>
    <dgm:pt modelId="{94A63259-2815-49FB-AC2B-234501DB8BC5}" type="pres">
      <dgm:prSet presAssocID="{1E6E3D53-8EDF-4804-AF7E-90441127A5C4}" presName="bgRect" presStyleLbl="bgShp" presStyleIdx="0" presStyleCnt="4"/>
      <dgm:spPr/>
    </dgm:pt>
    <dgm:pt modelId="{D0E06298-0963-4925-8CE3-289B3955A8F4}" type="pres">
      <dgm:prSet presAssocID="{1E6E3D53-8EDF-4804-AF7E-90441127A5C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8A90D347-5268-4DD0-9B9F-07171854CD26}" type="pres">
      <dgm:prSet presAssocID="{1E6E3D53-8EDF-4804-AF7E-90441127A5C4}" presName="spaceRect" presStyleCnt="0"/>
      <dgm:spPr/>
    </dgm:pt>
    <dgm:pt modelId="{7161E6CB-4174-41A2-9501-DF9A4994C54D}" type="pres">
      <dgm:prSet presAssocID="{1E6E3D53-8EDF-4804-AF7E-90441127A5C4}" presName="parTx" presStyleLbl="revTx" presStyleIdx="0" presStyleCnt="4">
        <dgm:presLayoutVars>
          <dgm:chMax val="0"/>
          <dgm:chPref val="0"/>
        </dgm:presLayoutVars>
      </dgm:prSet>
      <dgm:spPr/>
    </dgm:pt>
    <dgm:pt modelId="{24FCEA5E-1329-4B2E-84AD-54A8FEE7752C}" type="pres">
      <dgm:prSet presAssocID="{AB431DF9-73B5-4028-808D-660B1F824844}" presName="sibTrans" presStyleCnt="0"/>
      <dgm:spPr/>
    </dgm:pt>
    <dgm:pt modelId="{6B08F823-59ED-42C5-B53B-F1070046AB68}" type="pres">
      <dgm:prSet presAssocID="{FA21F4C0-1E3E-46ED-ACB9-CC9ADC6C6D0B}" presName="compNode" presStyleCnt="0"/>
      <dgm:spPr/>
    </dgm:pt>
    <dgm:pt modelId="{87FEBCA2-C6F8-4784-9895-A81EE0CE40DB}" type="pres">
      <dgm:prSet presAssocID="{FA21F4C0-1E3E-46ED-ACB9-CC9ADC6C6D0B}" presName="bgRect" presStyleLbl="bgShp" presStyleIdx="1" presStyleCnt="4"/>
      <dgm:spPr/>
    </dgm:pt>
    <dgm:pt modelId="{49D54D5A-CFA2-4D1D-82D6-37FF639ECE22}" type="pres">
      <dgm:prSet presAssocID="{FA21F4C0-1E3E-46ED-ACB9-CC9ADC6C6D0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201F3CC0-7CEB-45CF-96CE-68281F52B3EC}" type="pres">
      <dgm:prSet presAssocID="{FA21F4C0-1E3E-46ED-ACB9-CC9ADC6C6D0B}" presName="spaceRect" presStyleCnt="0"/>
      <dgm:spPr/>
    </dgm:pt>
    <dgm:pt modelId="{18BDC40C-BDB9-4C98-891F-A674495FCDB0}" type="pres">
      <dgm:prSet presAssocID="{FA21F4C0-1E3E-46ED-ACB9-CC9ADC6C6D0B}" presName="parTx" presStyleLbl="revTx" presStyleIdx="1" presStyleCnt="4">
        <dgm:presLayoutVars>
          <dgm:chMax val="0"/>
          <dgm:chPref val="0"/>
        </dgm:presLayoutVars>
      </dgm:prSet>
      <dgm:spPr/>
    </dgm:pt>
    <dgm:pt modelId="{86F0ED65-DB96-4865-88F7-8EFCD88356A8}" type="pres">
      <dgm:prSet presAssocID="{3510C0B5-ECE4-46D9-84E1-BA21B749F209}" presName="sibTrans" presStyleCnt="0"/>
      <dgm:spPr/>
    </dgm:pt>
    <dgm:pt modelId="{984A9EF5-00F3-452B-9351-73A49AB6916B}" type="pres">
      <dgm:prSet presAssocID="{52F28FE2-7F6E-4D39-87B1-B4EF1D820225}" presName="compNode" presStyleCnt="0"/>
      <dgm:spPr/>
    </dgm:pt>
    <dgm:pt modelId="{59267EDB-5A9F-4DBE-A5C3-88DF3BCF375E}" type="pres">
      <dgm:prSet presAssocID="{52F28FE2-7F6E-4D39-87B1-B4EF1D820225}" presName="bgRect" presStyleLbl="bgShp" presStyleIdx="2" presStyleCnt="4"/>
      <dgm:spPr/>
    </dgm:pt>
    <dgm:pt modelId="{C01FABC1-72D9-45DC-B49C-70549FDE9D8B}" type="pres">
      <dgm:prSet presAssocID="{52F28FE2-7F6E-4D39-87B1-B4EF1D82022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760DDD7-02C7-4D8A-9698-86FD2A450465}" type="pres">
      <dgm:prSet presAssocID="{52F28FE2-7F6E-4D39-87B1-B4EF1D820225}" presName="spaceRect" presStyleCnt="0"/>
      <dgm:spPr/>
    </dgm:pt>
    <dgm:pt modelId="{CBB22EE2-599A-48F3-B5C8-8CCB2F90339A}" type="pres">
      <dgm:prSet presAssocID="{52F28FE2-7F6E-4D39-87B1-B4EF1D820225}" presName="parTx" presStyleLbl="revTx" presStyleIdx="2" presStyleCnt="4">
        <dgm:presLayoutVars>
          <dgm:chMax val="0"/>
          <dgm:chPref val="0"/>
        </dgm:presLayoutVars>
      </dgm:prSet>
      <dgm:spPr/>
    </dgm:pt>
    <dgm:pt modelId="{69DA47D9-7359-44B9-891D-CEBBBFBC6A92}" type="pres">
      <dgm:prSet presAssocID="{BC124A8B-541C-4AF4-94AC-867F86C34F75}" presName="sibTrans" presStyleCnt="0"/>
      <dgm:spPr/>
    </dgm:pt>
    <dgm:pt modelId="{95662DB0-26A1-4DA5-AB32-FFE7D9CAA1E4}" type="pres">
      <dgm:prSet presAssocID="{490A7DF6-388F-4DD0-B723-71A7C7334712}" presName="compNode" presStyleCnt="0"/>
      <dgm:spPr/>
    </dgm:pt>
    <dgm:pt modelId="{F7BAF38E-8531-4C30-A877-E7C40849FC7C}" type="pres">
      <dgm:prSet presAssocID="{490A7DF6-388F-4DD0-B723-71A7C7334712}" presName="bgRect" presStyleLbl="bgShp" presStyleIdx="3" presStyleCnt="4"/>
      <dgm:spPr/>
    </dgm:pt>
    <dgm:pt modelId="{BF0E9205-4F73-4EED-B411-585F674B9032}" type="pres">
      <dgm:prSet presAssocID="{490A7DF6-388F-4DD0-B723-71A7C733471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FDFC4D2-9FCA-4638-9E07-F19C621301CA}" type="pres">
      <dgm:prSet presAssocID="{490A7DF6-388F-4DD0-B723-71A7C7334712}" presName="spaceRect" presStyleCnt="0"/>
      <dgm:spPr/>
    </dgm:pt>
    <dgm:pt modelId="{EEDABCBB-0630-436F-BF06-989800FADEA7}" type="pres">
      <dgm:prSet presAssocID="{490A7DF6-388F-4DD0-B723-71A7C733471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59E4C3B-8B5B-42DE-8C7F-B020E753F86A}" type="presOf" srcId="{FA21F4C0-1E3E-46ED-ACB9-CC9ADC6C6D0B}" destId="{18BDC40C-BDB9-4C98-891F-A674495FCDB0}" srcOrd="0" destOrd="0" presId="urn:microsoft.com/office/officeart/2018/2/layout/IconVerticalSolidList"/>
    <dgm:cxn modelId="{A1079E3B-4356-473F-BF4B-53456D158FD9}" srcId="{8D6183E4-B5D6-4BFA-870A-740D2265640C}" destId="{52F28FE2-7F6E-4D39-87B1-B4EF1D820225}" srcOrd="2" destOrd="0" parTransId="{FB8A33F8-DBE1-4B27-A5C2-F350002B9F34}" sibTransId="{BC124A8B-541C-4AF4-94AC-867F86C34F75}"/>
    <dgm:cxn modelId="{FD741955-A304-41F0-A7D1-0AE1E6A5B024}" srcId="{8D6183E4-B5D6-4BFA-870A-740D2265640C}" destId="{490A7DF6-388F-4DD0-B723-71A7C7334712}" srcOrd="3" destOrd="0" parTransId="{6C213558-DE33-4FCB-A81C-E705263E6F71}" sibTransId="{33C88FA8-0BE8-4619-BF43-90F179C12F9E}"/>
    <dgm:cxn modelId="{683D3484-575F-4C04-AFE8-5484CB8BBB8F}" type="presOf" srcId="{52F28FE2-7F6E-4D39-87B1-B4EF1D820225}" destId="{CBB22EE2-599A-48F3-B5C8-8CCB2F90339A}" srcOrd="0" destOrd="0" presId="urn:microsoft.com/office/officeart/2018/2/layout/IconVerticalSolidList"/>
    <dgm:cxn modelId="{DF40378D-93F5-4D16-AD36-AEF9B2D44009}" srcId="{8D6183E4-B5D6-4BFA-870A-740D2265640C}" destId="{FA21F4C0-1E3E-46ED-ACB9-CC9ADC6C6D0B}" srcOrd="1" destOrd="0" parTransId="{BB859F4D-EB04-4063-81FE-CCF0B236107F}" sibTransId="{3510C0B5-ECE4-46D9-84E1-BA21B749F209}"/>
    <dgm:cxn modelId="{E59CCFB4-D96A-4CC5-A53F-A543FA9CA415}" type="presOf" srcId="{1E6E3D53-8EDF-4804-AF7E-90441127A5C4}" destId="{7161E6CB-4174-41A2-9501-DF9A4994C54D}" srcOrd="0" destOrd="0" presId="urn:microsoft.com/office/officeart/2018/2/layout/IconVerticalSolidList"/>
    <dgm:cxn modelId="{2484C3D3-3F10-42DF-9289-BED6E4D93EA4}" srcId="{8D6183E4-B5D6-4BFA-870A-740D2265640C}" destId="{1E6E3D53-8EDF-4804-AF7E-90441127A5C4}" srcOrd="0" destOrd="0" parTransId="{C70DA571-6F89-41A7-9E94-9AA50A1F1DEC}" sibTransId="{AB431DF9-73B5-4028-808D-660B1F824844}"/>
    <dgm:cxn modelId="{E1C1C7D7-F7A6-4CBC-AD58-8496DF342B36}" type="presOf" srcId="{490A7DF6-388F-4DD0-B723-71A7C7334712}" destId="{EEDABCBB-0630-436F-BF06-989800FADEA7}" srcOrd="0" destOrd="0" presId="urn:microsoft.com/office/officeart/2018/2/layout/IconVerticalSolidList"/>
    <dgm:cxn modelId="{6ADEFFF6-60A2-4CD5-92CE-2DE30710694C}" type="presOf" srcId="{8D6183E4-B5D6-4BFA-870A-740D2265640C}" destId="{04B5A538-E6AB-4ABE-BBA7-E0751818F4B1}" srcOrd="0" destOrd="0" presId="urn:microsoft.com/office/officeart/2018/2/layout/IconVerticalSolidList"/>
    <dgm:cxn modelId="{CCE19DA5-EAE1-4C41-ABC8-42A9A104532E}" type="presParOf" srcId="{04B5A538-E6AB-4ABE-BBA7-E0751818F4B1}" destId="{7FC021E6-0465-468B-9B4D-22CA14950A16}" srcOrd="0" destOrd="0" presId="urn:microsoft.com/office/officeart/2018/2/layout/IconVerticalSolidList"/>
    <dgm:cxn modelId="{E5CC7D81-85D0-4B84-BA1F-352C9C84EC9A}" type="presParOf" srcId="{7FC021E6-0465-468B-9B4D-22CA14950A16}" destId="{94A63259-2815-49FB-AC2B-234501DB8BC5}" srcOrd="0" destOrd="0" presId="urn:microsoft.com/office/officeart/2018/2/layout/IconVerticalSolidList"/>
    <dgm:cxn modelId="{9CA0E088-35BC-48C9-9721-1640F30D0839}" type="presParOf" srcId="{7FC021E6-0465-468B-9B4D-22CA14950A16}" destId="{D0E06298-0963-4925-8CE3-289B3955A8F4}" srcOrd="1" destOrd="0" presId="urn:microsoft.com/office/officeart/2018/2/layout/IconVerticalSolidList"/>
    <dgm:cxn modelId="{5201B409-AF62-4AC2-984A-19F3D70C43C1}" type="presParOf" srcId="{7FC021E6-0465-468B-9B4D-22CA14950A16}" destId="{8A90D347-5268-4DD0-9B9F-07171854CD26}" srcOrd="2" destOrd="0" presId="urn:microsoft.com/office/officeart/2018/2/layout/IconVerticalSolidList"/>
    <dgm:cxn modelId="{6DEF7AD9-BEC5-4E56-92C0-0C8A6D7FE428}" type="presParOf" srcId="{7FC021E6-0465-468B-9B4D-22CA14950A16}" destId="{7161E6CB-4174-41A2-9501-DF9A4994C54D}" srcOrd="3" destOrd="0" presId="urn:microsoft.com/office/officeart/2018/2/layout/IconVerticalSolidList"/>
    <dgm:cxn modelId="{8E1C9974-2F49-47EB-A0E1-12DCAC56DDC2}" type="presParOf" srcId="{04B5A538-E6AB-4ABE-BBA7-E0751818F4B1}" destId="{24FCEA5E-1329-4B2E-84AD-54A8FEE7752C}" srcOrd="1" destOrd="0" presId="urn:microsoft.com/office/officeart/2018/2/layout/IconVerticalSolidList"/>
    <dgm:cxn modelId="{C37015BC-1CCD-4EC6-9A15-956249266EBB}" type="presParOf" srcId="{04B5A538-E6AB-4ABE-BBA7-E0751818F4B1}" destId="{6B08F823-59ED-42C5-B53B-F1070046AB68}" srcOrd="2" destOrd="0" presId="urn:microsoft.com/office/officeart/2018/2/layout/IconVerticalSolidList"/>
    <dgm:cxn modelId="{715E652D-190F-4ED5-91B4-25481BB44F64}" type="presParOf" srcId="{6B08F823-59ED-42C5-B53B-F1070046AB68}" destId="{87FEBCA2-C6F8-4784-9895-A81EE0CE40DB}" srcOrd="0" destOrd="0" presId="urn:microsoft.com/office/officeart/2018/2/layout/IconVerticalSolidList"/>
    <dgm:cxn modelId="{5D50FA07-B255-4F52-B204-E93F00359C44}" type="presParOf" srcId="{6B08F823-59ED-42C5-B53B-F1070046AB68}" destId="{49D54D5A-CFA2-4D1D-82D6-37FF639ECE22}" srcOrd="1" destOrd="0" presId="urn:microsoft.com/office/officeart/2018/2/layout/IconVerticalSolidList"/>
    <dgm:cxn modelId="{3ECC181D-D74F-4A25-9DC9-B016C1E32A97}" type="presParOf" srcId="{6B08F823-59ED-42C5-B53B-F1070046AB68}" destId="{201F3CC0-7CEB-45CF-96CE-68281F52B3EC}" srcOrd="2" destOrd="0" presId="urn:microsoft.com/office/officeart/2018/2/layout/IconVerticalSolidList"/>
    <dgm:cxn modelId="{7DDF2280-0B12-4597-8449-131264E8F1FD}" type="presParOf" srcId="{6B08F823-59ED-42C5-B53B-F1070046AB68}" destId="{18BDC40C-BDB9-4C98-891F-A674495FCDB0}" srcOrd="3" destOrd="0" presId="urn:microsoft.com/office/officeart/2018/2/layout/IconVerticalSolidList"/>
    <dgm:cxn modelId="{6548379B-AB40-4115-AE2B-F79D6AB8C1F2}" type="presParOf" srcId="{04B5A538-E6AB-4ABE-BBA7-E0751818F4B1}" destId="{86F0ED65-DB96-4865-88F7-8EFCD88356A8}" srcOrd="3" destOrd="0" presId="urn:microsoft.com/office/officeart/2018/2/layout/IconVerticalSolidList"/>
    <dgm:cxn modelId="{CEDC3493-1A81-4581-808A-9CCA8D45305F}" type="presParOf" srcId="{04B5A538-E6AB-4ABE-BBA7-E0751818F4B1}" destId="{984A9EF5-00F3-452B-9351-73A49AB6916B}" srcOrd="4" destOrd="0" presId="urn:microsoft.com/office/officeart/2018/2/layout/IconVerticalSolidList"/>
    <dgm:cxn modelId="{EACFFBFA-543C-437D-B510-62569C5CF445}" type="presParOf" srcId="{984A9EF5-00F3-452B-9351-73A49AB6916B}" destId="{59267EDB-5A9F-4DBE-A5C3-88DF3BCF375E}" srcOrd="0" destOrd="0" presId="urn:microsoft.com/office/officeart/2018/2/layout/IconVerticalSolidList"/>
    <dgm:cxn modelId="{9441E462-FCA5-4063-98D1-A6B74A20F9D6}" type="presParOf" srcId="{984A9EF5-00F3-452B-9351-73A49AB6916B}" destId="{C01FABC1-72D9-45DC-B49C-70549FDE9D8B}" srcOrd="1" destOrd="0" presId="urn:microsoft.com/office/officeart/2018/2/layout/IconVerticalSolidList"/>
    <dgm:cxn modelId="{ABA5A2E2-E1D3-4835-927D-FA98A4E2C7A4}" type="presParOf" srcId="{984A9EF5-00F3-452B-9351-73A49AB6916B}" destId="{D760DDD7-02C7-4D8A-9698-86FD2A450465}" srcOrd="2" destOrd="0" presId="urn:microsoft.com/office/officeart/2018/2/layout/IconVerticalSolidList"/>
    <dgm:cxn modelId="{B5DDFBE8-50DB-48C2-9439-13E695912242}" type="presParOf" srcId="{984A9EF5-00F3-452B-9351-73A49AB6916B}" destId="{CBB22EE2-599A-48F3-B5C8-8CCB2F90339A}" srcOrd="3" destOrd="0" presId="urn:microsoft.com/office/officeart/2018/2/layout/IconVerticalSolidList"/>
    <dgm:cxn modelId="{A8C430AB-10B4-4C7E-9251-7A5C366DC5DF}" type="presParOf" srcId="{04B5A538-E6AB-4ABE-BBA7-E0751818F4B1}" destId="{69DA47D9-7359-44B9-891D-CEBBBFBC6A92}" srcOrd="5" destOrd="0" presId="urn:microsoft.com/office/officeart/2018/2/layout/IconVerticalSolidList"/>
    <dgm:cxn modelId="{15640869-0504-4C26-B86E-9F6DA4A83921}" type="presParOf" srcId="{04B5A538-E6AB-4ABE-BBA7-E0751818F4B1}" destId="{95662DB0-26A1-4DA5-AB32-FFE7D9CAA1E4}" srcOrd="6" destOrd="0" presId="urn:microsoft.com/office/officeart/2018/2/layout/IconVerticalSolidList"/>
    <dgm:cxn modelId="{4D8EC978-AA34-41C3-A257-FF6530E8FBE0}" type="presParOf" srcId="{95662DB0-26A1-4DA5-AB32-FFE7D9CAA1E4}" destId="{F7BAF38E-8531-4C30-A877-E7C40849FC7C}" srcOrd="0" destOrd="0" presId="urn:microsoft.com/office/officeart/2018/2/layout/IconVerticalSolidList"/>
    <dgm:cxn modelId="{0096C22F-B7D2-47AC-B453-6F4D90BA2461}" type="presParOf" srcId="{95662DB0-26A1-4DA5-AB32-FFE7D9CAA1E4}" destId="{BF0E9205-4F73-4EED-B411-585F674B9032}" srcOrd="1" destOrd="0" presId="urn:microsoft.com/office/officeart/2018/2/layout/IconVerticalSolidList"/>
    <dgm:cxn modelId="{B879BAD2-88A1-4410-8FB4-3EB243532B04}" type="presParOf" srcId="{95662DB0-26A1-4DA5-AB32-FFE7D9CAA1E4}" destId="{FFDFC4D2-9FCA-4638-9E07-F19C621301CA}" srcOrd="2" destOrd="0" presId="urn:microsoft.com/office/officeart/2018/2/layout/IconVerticalSolidList"/>
    <dgm:cxn modelId="{AA7A3060-CDC0-46A2-8845-2E61B0CE2D51}" type="presParOf" srcId="{95662DB0-26A1-4DA5-AB32-FFE7D9CAA1E4}" destId="{EEDABCBB-0630-436F-BF06-989800FADE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7ECAF6-4678-4903-973F-D712078535E9}">
      <dsp:nvSpPr>
        <dsp:cNvPr id="0" name=""/>
        <dsp:cNvSpPr/>
      </dsp:nvSpPr>
      <dsp:spPr>
        <a:xfrm>
          <a:off x="18535" y="450978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E38D4C-E254-4998-9F22-592999A1E6F3}">
      <dsp:nvSpPr>
        <dsp:cNvPr id="0" name=""/>
        <dsp:cNvSpPr/>
      </dsp:nvSpPr>
      <dsp:spPr>
        <a:xfrm>
          <a:off x="245361" y="677804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03AEE2-1667-46EE-8314-BBADB1B84A8B}">
      <dsp:nvSpPr>
        <dsp:cNvPr id="0" name=""/>
        <dsp:cNvSpPr/>
      </dsp:nvSpPr>
      <dsp:spPr>
        <a:xfrm>
          <a:off x="1330115" y="450978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–What I </a:t>
          </a:r>
          <a:r>
            <a:rPr lang="en-US" sz="1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LearnedI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learned that MERN Stack is a JavaScript-based full stack development framework.</a:t>
          </a:r>
        </a:p>
      </dsp:txBody>
      <dsp:txXfrm>
        <a:off x="1330115" y="450978"/>
        <a:ext cx="2546008" cy="1080124"/>
      </dsp:txXfrm>
    </dsp:sp>
    <dsp:sp modelId="{AE418ADC-D625-4395-8DC0-2ABC8397627E}">
      <dsp:nvSpPr>
        <dsp:cNvPr id="0" name=""/>
        <dsp:cNvSpPr/>
      </dsp:nvSpPr>
      <dsp:spPr>
        <a:xfrm>
          <a:off x="4319746" y="450978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5AD435-7C24-4D5A-AB92-52CC3192A6A8}">
      <dsp:nvSpPr>
        <dsp:cNvPr id="0" name=""/>
        <dsp:cNvSpPr/>
      </dsp:nvSpPr>
      <dsp:spPr>
        <a:xfrm>
          <a:off x="4546573" y="677804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6CF2D2-4B97-4ABF-AB55-0F2B5C776C62}">
      <dsp:nvSpPr>
        <dsp:cNvPr id="0" name=""/>
        <dsp:cNvSpPr/>
      </dsp:nvSpPr>
      <dsp:spPr>
        <a:xfrm>
          <a:off x="5631327" y="450978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It is used to build dynamic, scalable, and modern web applications.</a:t>
          </a:r>
        </a:p>
      </dsp:txBody>
      <dsp:txXfrm>
        <a:off x="5631327" y="450978"/>
        <a:ext cx="2546008" cy="1080124"/>
      </dsp:txXfrm>
    </dsp:sp>
    <dsp:sp modelId="{4430DD26-DA7C-4C83-9C44-8C0714D7FC07}">
      <dsp:nvSpPr>
        <dsp:cNvPr id="0" name=""/>
        <dsp:cNvSpPr/>
      </dsp:nvSpPr>
      <dsp:spPr>
        <a:xfrm>
          <a:off x="18535" y="2158301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3E8380-FEAC-473B-A561-E462679B1215}">
      <dsp:nvSpPr>
        <dsp:cNvPr id="0" name=""/>
        <dsp:cNvSpPr/>
      </dsp:nvSpPr>
      <dsp:spPr>
        <a:xfrm>
          <a:off x="245361" y="2385128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71CB65-B62C-4347-BC62-228611F145A1}">
      <dsp:nvSpPr>
        <dsp:cNvPr id="0" name=""/>
        <dsp:cNvSpPr/>
      </dsp:nvSpPr>
      <dsp:spPr>
        <a:xfrm>
          <a:off x="1330115" y="2158301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MERN allows developers to use one language (JavaScript) for both frontend and backend.</a:t>
          </a:r>
        </a:p>
      </dsp:txBody>
      <dsp:txXfrm>
        <a:off x="1330115" y="2158301"/>
        <a:ext cx="2546008" cy="1080124"/>
      </dsp:txXfrm>
    </dsp:sp>
    <dsp:sp modelId="{96235AAB-D9E4-4DDA-804B-CEECD0B01281}">
      <dsp:nvSpPr>
        <dsp:cNvPr id="0" name=""/>
        <dsp:cNvSpPr/>
      </dsp:nvSpPr>
      <dsp:spPr>
        <a:xfrm>
          <a:off x="4319746" y="2158301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9B9C6D-310C-4E69-B870-039DB3D10646}">
      <dsp:nvSpPr>
        <dsp:cNvPr id="0" name=""/>
        <dsp:cNvSpPr/>
      </dsp:nvSpPr>
      <dsp:spPr>
        <a:xfrm>
          <a:off x="4546573" y="2385128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26AF68-7DFA-4B5E-B565-FA5FCEFD42C2}">
      <dsp:nvSpPr>
        <dsp:cNvPr id="0" name=""/>
        <dsp:cNvSpPr/>
      </dsp:nvSpPr>
      <dsp:spPr>
        <a:xfrm>
          <a:off x="5631327" y="2158301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MERN Stack consists of MongoDB, Express.js, React.js, and Node.js</a:t>
          </a:r>
        </a:p>
      </dsp:txBody>
      <dsp:txXfrm>
        <a:off x="5631327" y="2158301"/>
        <a:ext cx="2546008" cy="10801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B698B7-0074-49AE-ACBF-87D8691198B2}">
      <dsp:nvSpPr>
        <dsp:cNvPr id="0" name=""/>
        <dsp:cNvSpPr/>
      </dsp:nvSpPr>
      <dsp:spPr>
        <a:xfrm>
          <a:off x="0" y="4592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02CF20-5E9E-420B-8F92-35B413837692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788301-5FFC-4F22-809A-5481C8857CDE}">
      <dsp:nvSpPr>
        <dsp:cNvPr id="0" name=""/>
        <dsp:cNvSpPr/>
      </dsp:nvSpPr>
      <dsp:spPr>
        <a:xfrm>
          <a:off x="1129902" y="4592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MongoDB is a NoSQL database.</a:t>
          </a:r>
        </a:p>
      </dsp:txBody>
      <dsp:txXfrm>
        <a:off x="1129902" y="4592"/>
        <a:ext cx="3596298" cy="978270"/>
      </dsp:txXfrm>
    </dsp:sp>
    <dsp:sp modelId="{6E2FDD9A-3E20-4F12-BDAE-AEA541E1B100}">
      <dsp:nvSpPr>
        <dsp:cNvPr id="0" name=""/>
        <dsp:cNvSpPr/>
      </dsp:nvSpPr>
      <dsp:spPr>
        <a:xfrm>
          <a:off x="0" y="1227431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C4EC6D-3DCF-449F-AE16-A6D36BF718E2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9FE6E1-7C2C-43DE-B28D-D59D37BE166D}">
      <dsp:nvSpPr>
        <dsp:cNvPr id="0" name=""/>
        <dsp:cNvSpPr/>
      </dsp:nvSpPr>
      <dsp:spPr>
        <a:xfrm>
          <a:off x="1129902" y="1227431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It stores data in JSON-like documents.</a:t>
          </a:r>
        </a:p>
      </dsp:txBody>
      <dsp:txXfrm>
        <a:off x="1129902" y="1227431"/>
        <a:ext cx="3596298" cy="978270"/>
      </dsp:txXfrm>
    </dsp:sp>
    <dsp:sp modelId="{3A4154CD-BEDA-4FBA-BA4D-8CDA7891D176}">
      <dsp:nvSpPr>
        <dsp:cNvPr id="0" name=""/>
        <dsp:cNvSpPr/>
      </dsp:nvSpPr>
      <dsp:spPr>
        <a:xfrm>
          <a:off x="0" y="2450269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5ECB8D-A5A2-478C-BA4B-5C268DE2A2A7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4C7BE3-B331-4C2E-B77E-8259AB76B941}">
      <dsp:nvSpPr>
        <dsp:cNvPr id="0" name=""/>
        <dsp:cNvSpPr/>
      </dsp:nvSpPr>
      <dsp:spPr>
        <a:xfrm>
          <a:off x="1129902" y="2450269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It is flexible and does not require fixed table schemas.</a:t>
          </a:r>
        </a:p>
      </dsp:txBody>
      <dsp:txXfrm>
        <a:off x="1129902" y="2450269"/>
        <a:ext cx="3596298" cy="978270"/>
      </dsp:txXfrm>
    </dsp:sp>
    <dsp:sp modelId="{3D6018F0-D143-46D2-91C4-92DA6DC4DD04}">
      <dsp:nvSpPr>
        <dsp:cNvPr id="0" name=""/>
        <dsp:cNvSpPr/>
      </dsp:nvSpPr>
      <dsp:spPr>
        <a:xfrm>
          <a:off x="0" y="3673107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BE7284-52B0-4970-9BA8-110B1FE0B0CA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FBE24D-E30C-4CBE-A0BD-15A127C3CAB1}">
      <dsp:nvSpPr>
        <dsp:cNvPr id="0" name=""/>
        <dsp:cNvSpPr/>
      </dsp:nvSpPr>
      <dsp:spPr>
        <a:xfrm>
          <a:off x="1129902" y="3673107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It is scalable, making it suitable for large applications.</a:t>
          </a:r>
        </a:p>
      </dsp:txBody>
      <dsp:txXfrm>
        <a:off x="1129902" y="3673107"/>
        <a:ext cx="3596298" cy="978270"/>
      </dsp:txXfrm>
    </dsp:sp>
    <dsp:sp modelId="{A64026EA-C1DD-4BE1-A107-8B53A2980BBD}">
      <dsp:nvSpPr>
        <dsp:cNvPr id="0" name=""/>
        <dsp:cNvSpPr/>
      </dsp:nvSpPr>
      <dsp:spPr>
        <a:xfrm>
          <a:off x="0" y="4895945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7F7232-10F7-4829-9906-72CC4EF21C0F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C182EB-F0DA-41A4-9A85-4FAA8B7A81C4}">
      <dsp:nvSpPr>
        <dsp:cNvPr id="0" name=""/>
        <dsp:cNvSpPr/>
      </dsp:nvSpPr>
      <dsp:spPr>
        <a:xfrm>
          <a:off x="1129902" y="4895945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 learned how MongoDB is used to store application data efficiently</a:t>
          </a:r>
        </a:p>
      </dsp:txBody>
      <dsp:txXfrm>
        <a:off x="1129902" y="4895945"/>
        <a:ext cx="3596298" cy="9782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A64EAD-FB32-4C69-84AC-D51333C47894}">
      <dsp:nvSpPr>
        <dsp:cNvPr id="0" name=""/>
        <dsp:cNvSpPr/>
      </dsp:nvSpPr>
      <dsp:spPr>
        <a:xfrm>
          <a:off x="975807" y="181249"/>
          <a:ext cx="610664" cy="6106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968D13-9045-4BA0-BE93-257826ADDE65}">
      <dsp:nvSpPr>
        <dsp:cNvPr id="0" name=""/>
        <dsp:cNvSpPr/>
      </dsp:nvSpPr>
      <dsp:spPr>
        <a:xfrm>
          <a:off x="602623" y="1016651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React.js is a frontend JavaScript library.</a:t>
          </a:r>
        </a:p>
      </dsp:txBody>
      <dsp:txXfrm>
        <a:off x="602623" y="1016651"/>
        <a:ext cx="1357031" cy="542812"/>
      </dsp:txXfrm>
    </dsp:sp>
    <dsp:sp modelId="{E1E81447-8E0D-4FBE-A3DF-2A862BA1E4F8}">
      <dsp:nvSpPr>
        <dsp:cNvPr id="0" name=""/>
        <dsp:cNvSpPr/>
      </dsp:nvSpPr>
      <dsp:spPr>
        <a:xfrm>
          <a:off x="2570318" y="181249"/>
          <a:ext cx="610664" cy="6106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54F19-8E1D-40D6-A1E6-DF8842599238}">
      <dsp:nvSpPr>
        <dsp:cNvPr id="0" name=""/>
        <dsp:cNvSpPr/>
      </dsp:nvSpPr>
      <dsp:spPr>
        <a:xfrm>
          <a:off x="2197135" y="1016651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It is used to build interactive user interfaces.</a:t>
          </a:r>
        </a:p>
      </dsp:txBody>
      <dsp:txXfrm>
        <a:off x="2197135" y="1016651"/>
        <a:ext cx="1357031" cy="542812"/>
      </dsp:txXfrm>
    </dsp:sp>
    <dsp:sp modelId="{A1FB54BB-BE4C-45EC-8F35-E376816D1BF7}">
      <dsp:nvSpPr>
        <dsp:cNvPr id="0" name=""/>
        <dsp:cNvSpPr/>
      </dsp:nvSpPr>
      <dsp:spPr>
        <a:xfrm>
          <a:off x="975807" y="1898721"/>
          <a:ext cx="610664" cy="6106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64B248-1239-4230-AAA4-D9289DC16A37}">
      <dsp:nvSpPr>
        <dsp:cNvPr id="0" name=""/>
        <dsp:cNvSpPr/>
      </dsp:nvSpPr>
      <dsp:spPr>
        <a:xfrm>
          <a:off x="602623" y="2734123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React follows a component-based architecture.</a:t>
          </a:r>
        </a:p>
      </dsp:txBody>
      <dsp:txXfrm>
        <a:off x="602623" y="2734123"/>
        <a:ext cx="1357031" cy="542812"/>
      </dsp:txXfrm>
    </dsp:sp>
    <dsp:sp modelId="{118EEE12-FF2E-4B5B-86EA-79236A4082C8}">
      <dsp:nvSpPr>
        <dsp:cNvPr id="0" name=""/>
        <dsp:cNvSpPr/>
      </dsp:nvSpPr>
      <dsp:spPr>
        <a:xfrm>
          <a:off x="2570318" y="1898721"/>
          <a:ext cx="610664" cy="61066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497C4E-78D9-4301-9F7B-D3E02E32F50A}">
      <dsp:nvSpPr>
        <dsp:cNvPr id="0" name=""/>
        <dsp:cNvSpPr/>
      </dsp:nvSpPr>
      <dsp:spPr>
        <a:xfrm>
          <a:off x="2197135" y="2734123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Components are reusable, making development faster.</a:t>
          </a:r>
        </a:p>
      </dsp:txBody>
      <dsp:txXfrm>
        <a:off x="2197135" y="2734123"/>
        <a:ext cx="1357031" cy="542812"/>
      </dsp:txXfrm>
    </dsp:sp>
    <dsp:sp modelId="{D3975FD6-B2D1-49A0-83DA-BB2686CA1CFF}">
      <dsp:nvSpPr>
        <dsp:cNvPr id="0" name=""/>
        <dsp:cNvSpPr/>
      </dsp:nvSpPr>
      <dsp:spPr>
        <a:xfrm>
          <a:off x="1773062" y="3616193"/>
          <a:ext cx="610664" cy="61066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829B47-89D4-41E1-B28A-861F45B14BB3}">
      <dsp:nvSpPr>
        <dsp:cNvPr id="0" name=""/>
        <dsp:cNvSpPr/>
      </dsp:nvSpPr>
      <dsp:spPr>
        <a:xfrm>
          <a:off x="1399879" y="4451595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 learned how React improves performance using Virtual DOM</a:t>
          </a:r>
        </a:p>
      </dsp:txBody>
      <dsp:txXfrm>
        <a:off x="1399879" y="4451595"/>
        <a:ext cx="1357031" cy="5428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669F75-829B-4730-A7A3-B9AD916BECF0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B4390A-E04B-4075-8B19-4BF7F713E539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BC033C-89C3-4606-83BF-04E8869D8E1E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Node.js is a JavaScript runtime environment.</a:t>
          </a:r>
        </a:p>
      </dsp:txBody>
      <dsp:txXfrm>
        <a:off x="1428292" y="2439"/>
        <a:ext cx="3297908" cy="1236616"/>
      </dsp:txXfrm>
    </dsp:sp>
    <dsp:sp modelId="{ABC9EC9E-5FEC-43BB-84F2-B6F559E5F740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558F2E-11F9-4016-93B4-F0126F1C5C9E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A21083-A10A-40FA-B26E-058F8E3DA93B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It allows JavaScript to run on the server sideNode.js enables backend development.</a:t>
          </a:r>
        </a:p>
      </dsp:txBody>
      <dsp:txXfrm>
        <a:off x="1428292" y="1548210"/>
        <a:ext cx="3297908" cy="1236616"/>
      </dsp:txXfrm>
    </dsp:sp>
    <dsp:sp modelId="{5B7A984B-B6B2-4F47-BA98-3F4C4E50C737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57BF79-6C92-49A2-8A90-5AB126297FA2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EFE53F-533B-4CC2-AD8A-D3C46561BF8A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It is fast and efficient due to its non-blocking architecture.</a:t>
          </a:r>
        </a:p>
      </dsp:txBody>
      <dsp:txXfrm>
        <a:off x="1428292" y="3093981"/>
        <a:ext cx="3297908" cy="1236616"/>
      </dsp:txXfrm>
    </dsp:sp>
    <dsp:sp modelId="{DF670302-2D8F-43C1-894C-0F42D0824DDA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CBC2E5-9471-463C-940A-81C29F0B875C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FEF1BE-6B78-430C-A2DE-60F8F0FA4E8D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 learned how Node.js works with Express to handle server logic</a:t>
          </a:r>
        </a:p>
      </dsp:txBody>
      <dsp:txXfrm>
        <a:off x="1428292" y="4639752"/>
        <a:ext cx="3297908" cy="12366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4C377-8E50-4F25-953A-0ACA1FD4A99B}">
      <dsp:nvSpPr>
        <dsp:cNvPr id="0" name=""/>
        <dsp:cNvSpPr/>
      </dsp:nvSpPr>
      <dsp:spPr>
        <a:xfrm>
          <a:off x="426530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CE6C28-812A-4895-8331-4A60CF67DCE3}">
      <dsp:nvSpPr>
        <dsp:cNvPr id="0" name=""/>
        <dsp:cNvSpPr/>
      </dsp:nvSpPr>
      <dsp:spPr>
        <a:xfrm>
          <a:off x="631609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9ED518-3944-4554-8E67-66CDD09F59B0}">
      <dsp:nvSpPr>
        <dsp:cNvPr id="0" name=""/>
        <dsp:cNvSpPr/>
      </dsp:nvSpPr>
      <dsp:spPr>
        <a:xfrm>
          <a:off x="1612357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GitHub is a platform used for version control and code collaboration.</a:t>
          </a:r>
        </a:p>
      </dsp:txBody>
      <dsp:txXfrm>
        <a:off x="1612357" y="28723"/>
        <a:ext cx="2301898" cy="976563"/>
      </dsp:txXfrm>
    </dsp:sp>
    <dsp:sp modelId="{6B6CBA70-95DC-4833-8508-10F0663FCE5F}">
      <dsp:nvSpPr>
        <dsp:cNvPr id="0" name=""/>
        <dsp:cNvSpPr/>
      </dsp:nvSpPr>
      <dsp:spPr>
        <a:xfrm>
          <a:off x="4315344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1EE02C-DF2C-47DA-81F5-6F750B0B3E06}">
      <dsp:nvSpPr>
        <dsp:cNvPr id="0" name=""/>
        <dsp:cNvSpPr/>
      </dsp:nvSpPr>
      <dsp:spPr>
        <a:xfrm>
          <a:off x="4520422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39D587-E556-4D63-BB48-D6B1BD119113}">
      <dsp:nvSpPr>
        <dsp:cNvPr id="0" name=""/>
        <dsp:cNvSpPr/>
      </dsp:nvSpPr>
      <dsp:spPr>
        <a:xfrm>
          <a:off x="5501170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It helps developers store, manage, and share source code online.</a:t>
          </a:r>
        </a:p>
      </dsp:txBody>
      <dsp:txXfrm>
        <a:off x="5501170" y="28723"/>
        <a:ext cx="2301898" cy="976563"/>
      </dsp:txXfrm>
    </dsp:sp>
    <dsp:sp modelId="{535C5E43-91EA-439E-98EE-D767EDCDFB1C}">
      <dsp:nvSpPr>
        <dsp:cNvPr id="0" name=""/>
        <dsp:cNvSpPr/>
      </dsp:nvSpPr>
      <dsp:spPr>
        <a:xfrm>
          <a:off x="426530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D1D228-6E3A-456F-87F1-4E05C0AA9DC1}">
      <dsp:nvSpPr>
        <dsp:cNvPr id="0" name=""/>
        <dsp:cNvSpPr/>
      </dsp:nvSpPr>
      <dsp:spPr>
        <a:xfrm>
          <a:off x="631609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F867AF-44B1-46CF-8B1F-22D92E464EEB}">
      <dsp:nvSpPr>
        <dsp:cNvPr id="0" name=""/>
        <dsp:cNvSpPr/>
      </dsp:nvSpPr>
      <dsp:spPr>
        <a:xfrm>
          <a:off x="1612357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 learned how to create repositories and upload projects.</a:t>
          </a:r>
        </a:p>
      </dsp:txBody>
      <dsp:txXfrm>
        <a:off x="1612357" y="1774700"/>
        <a:ext cx="2301898" cy="976563"/>
      </dsp:txXfrm>
    </dsp:sp>
    <dsp:sp modelId="{606A1C4B-4081-43D2-92AD-9110F2DA2C88}">
      <dsp:nvSpPr>
        <dsp:cNvPr id="0" name=""/>
        <dsp:cNvSpPr/>
      </dsp:nvSpPr>
      <dsp:spPr>
        <a:xfrm>
          <a:off x="4315344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4A2B02-8E6F-410B-A539-8AD233606A20}">
      <dsp:nvSpPr>
        <dsp:cNvPr id="0" name=""/>
        <dsp:cNvSpPr/>
      </dsp:nvSpPr>
      <dsp:spPr>
        <a:xfrm>
          <a:off x="4520422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30E143-3E87-4266-B9A7-317C28550E86}">
      <dsp:nvSpPr>
        <dsp:cNvPr id="0" name=""/>
        <dsp:cNvSpPr/>
      </dsp:nvSpPr>
      <dsp:spPr>
        <a:xfrm>
          <a:off x="5501170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GitHub allows tracking changes using commits.</a:t>
          </a:r>
        </a:p>
      </dsp:txBody>
      <dsp:txXfrm>
        <a:off x="5501170" y="1774700"/>
        <a:ext cx="2301898" cy="976563"/>
      </dsp:txXfrm>
    </dsp:sp>
    <dsp:sp modelId="{3CB09CED-DF63-404C-9429-FB41DDCAFB68}">
      <dsp:nvSpPr>
        <dsp:cNvPr id="0" name=""/>
        <dsp:cNvSpPr/>
      </dsp:nvSpPr>
      <dsp:spPr>
        <a:xfrm>
          <a:off x="426530" y="3520676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540B99-7692-4119-AEEB-75AF3A9C249D}">
      <dsp:nvSpPr>
        <dsp:cNvPr id="0" name=""/>
        <dsp:cNvSpPr/>
      </dsp:nvSpPr>
      <dsp:spPr>
        <a:xfrm>
          <a:off x="631609" y="3725754"/>
          <a:ext cx="566406" cy="56640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8CC681-D828-407D-A2B9-886CE5F0CB2A}">
      <dsp:nvSpPr>
        <dsp:cNvPr id="0" name=""/>
        <dsp:cNvSpPr/>
      </dsp:nvSpPr>
      <dsp:spPr>
        <a:xfrm>
          <a:off x="1612357" y="3520676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It supports teamwork through branches and pull requests.</a:t>
          </a:r>
        </a:p>
      </dsp:txBody>
      <dsp:txXfrm>
        <a:off x="1612357" y="3520676"/>
        <a:ext cx="2301898" cy="976563"/>
      </dsp:txXfrm>
    </dsp:sp>
    <dsp:sp modelId="{2CCCAA74-53B2-4451-B8C1-A9C9D69BD12E}">
      <dsp:nvSpPr>
        <dsp:cNvPr id="0" name=""/>
        <dsp:cNvSpPr/>
      </dsp:nvSpPr>
      <dsp:spPr>
        <a:xfrm>
          <a:off x="4315344" y="3520676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7F821A-F227-4219-BE9C-EAB9775A028E}">
      <dsp:nvSpPr>
        <dsp:cNvPr id="0" name=""/>
        <dsp:cNvSpPr/>
      </dsp:nvSpPr>
      <dsp:spPr>
        <a:xfrm>
          <a:off x="4520422" y="3725754"/>
          <a:ext cx="566406" cy="56640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35978B-3205-4D01-8EEA-A3CCD5800443}">
      <dsp:nvSpPr>
        <dsp:cNvPr id="0" name=""/>
        <dsp:cNvSpPr/>
      </dsp:nvSpPr>
      <dsp:spPr>
        <a:xfrm>
          <a:off x="5501170" y="3520676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 learned how GitHub helps in maintaining project history and backup</a:t>
          </a:r>
        </a:p>
      </dsp:txBody>
      <dsp:txXfrm>
        <a:off x="5501170" y="3520676"/>
        <a:ext cx="2301898" cy="97656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A63259-2815-49FB-AC2B-234501DB8BC5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06298-0963-4925-8CE3-289B3955A8F4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61E6CB-4174-41A2-9501-DF9A4994C54D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MERN Stack is widely used in modern web development.</a:t>
          </a:r>
        </a:p>
      </dsp:txBody>
      <dsp:txXfrm>
        <a:off x="1099610" y="1878"/>
        <a:ext cx="7129989" cy="952043"/>
      </dsp:txXfrm>
    </dsp:sp>
    <dsp:sp modelId="{87FEBCA2-C6F8-4784-9895-A81EE0CE40DB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D54D5A-CFA2-4D1D-82D6-37FF639ECE22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BDC40C-BDB9-4C98-891F-A674495FCDB0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It is suitable for startups and enterprise-level projects.</a:t>
          </a:r>
        </a:p>
      </dsp:txBody>
      <dsp:txXfrm>
        <a:off x="1099610" y="1191932"/>
        <a:ext cx="7129989" cy="952043"/>
      </dsp:txXfrm>
    </dsp:sp>
    <dsp:sp modelId="{59267EDB-5A9F-4DBE-A5C3-88DF3BCF375E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1FABC1-72D9-45DC-B49C-70549FDE9D8B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B22EE2-599A-48F3-B5C8-8CCB2F90339A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Learning MERN Stack helped me understand full stack development.</a:t>
          </a:r>
        </a:p>
      </dsp:txBody>
      <dsp:txXfrm>
        <a:off x="1099610" y="2381986"/>
        <a:ext cx="7129989" cy="952043"/>
      </dsp:txXfrm>
    </dsp:sp>
    <dsp:sp modelId="{F7BAF38E-8531-4C30-A877-E7C40849FC7C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0E9205-4F73-4EED-B411-585F674B9032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DABCBB-0630-436F-BF06-989800FADEA7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It improved my knowledge of frontend, backend, and database integration</a:t>
          </a:r>
        </a:p>
      </dsp:txBody>
      <dsp:txXfrm>
        <a:off x="1099610" y="3572041"/>
        <a:ext cx="7129989" cy="9520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ight Triangle 1034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1" descr="A logo for a college&#10;&#10;Description automatically generated">
            <a:extLst>
              <a:ext uri="{FF2B5EF4-FFF2-40B4-BE49-F238E27FC236}">
                <a16:creationId xmlns:a16="http://schemas.microsoft.com/office/drawing/2014/main" id="{5C264BEB-A516-7B7A-FC16-1EA827BC4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67" t="17989" r="21599" b="1421"/>
          <a:stretch>
            <a:fillRect/>
          </a:stretch>
        </p:blipFill>
        <p:spPr bwMode="auto">
          <a:xfrm rot="10800000" flipH="1" flipV="1">
            <a:off x="851532" y="1426464"/>
            <a:ext cx="2419988" cy="3638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EACEF5A-99DF-C6D4-7356-927F99103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1520" y="1772453"/>
            <a:ext cx="5169472" cy="27281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NSHM COLLEGE OF MANAGEMENT AND TECHNOLOGY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KOLKATA, 234-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SUBJECT: - 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Bachelor of Computer Application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1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kumimoji="0" lang="en-US" altLang="en-US" sz="1700" b="1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SUBHRIMA ADHYA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1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ROLL.NO:</a:t>
            </a:r>
            <a:r>
              <a:rPr lang="en-US" altLang="en-US" sz="1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23442723076</a:t>
            </a:r>
            <a:endParaRPr kumimoji="0" lang="en-US" altLang="en-US" sz="1700" b="1" i="1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79D3F9-E527-AEF6-71DD-AEE150430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925" y="96926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56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B64565-E872-CA7A-BC5B-95A13D340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 </a:t>
            </a:r>
            <a:endParaRPr lang="en-IN" sz="5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7BC583-3513-09B6-918A-1CE2FF3269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659245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0174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9B6249-32D2-AF89-299B-A90283A7E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What I Learned About MongoDB</a:t>
            </a:r>
            <a:endParaRPr lang="en-IN" sz="37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E1A8D8-9013-4FCC-1ACF-C33301F353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9502025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9504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AC635-0CA8-EE23-70D2-32AD1FC1F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anchor="t">
            <a:normAutofit/>
          </a:bodyPr>
          <a:lstStyle/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I Learned About React.js</a:t>
            </a:r>
            <a:endParaRPr lang="en-IN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B6B8EC74-4C41-6126-64AB-1E1419A4E3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8564911"/>
              </p:ext>
            </p:extLst>
          </p:nvPr>
        </p:nvGraphicFramePr>
        <p:xfrm>
          <a:off x="4242163" y="587829"/>
          <a:ext cx="4156790" cy="5175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3281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9749DB-3CC2-D52F-5B86-357A50931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 Learned About Node.js</a:t>
            </a:r>
            <a:endParaRPr lang="en-IN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6F9720-A073-DF19-CDB5-6591A189D1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940646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5072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73039-12A8-522D-E028-A91796899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 Learned About GitHub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6BB128-31B1-1666-F6CD-37CA0BD467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026470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1972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7D02C-A8AA-930E-BE8F-6456CA9DC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4E1943-FE15-6B93-A644-401A3848A0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831261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2597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357</Words>
  <Application>Microsoft Office PowerPoint</Application>
  <PresentationFormat>On-screen Show (4:3)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 Introduction </vt:lpstr>
      <vt:lpstr> What I Learned About MongoDB</vt:lpstr>
      <vt:lpstr> What I Learned About React.js</vt:lpstr>
      <vt:lpstr>What I Learned About Node.js</vt:lpstr>
      <vt:lpstr>What I Learned About GitHub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Suvhankar</dc:creator>
  <cp:keywords/>
  <dc:description>generated using python-pptx</dc:description>
  <cp:lastModifiedBy>Suvhankar Dutta</cp:lastModifiedBy>
  <cp:revision>3</cp:revision>
  <dcterms:created xsi:type="dcterms:W3CDTF">2013-01-27T09:14:16Z</dcterms:created>
  <dcterms:modified xsi:type="dcterms:W3CDTF">2025-12-21T07:22:37Z</dcterms:modified>
  <cp:category/>
</cp:coreProperties>
</file>